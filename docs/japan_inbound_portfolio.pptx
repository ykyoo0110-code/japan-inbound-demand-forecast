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5" r:id="rId6"/>
    <p:sldId id="276" r:id="rId7"/>
    <p:sldId id="261" r:id="rId8"/>
    <p:sldId id="262" r:id="rId9"/>
    <p:sldId id="271" r:id="rId10"/>
    <p:sldId id="273" r:id="rId11"/>
    <p:sldId id="274" r:id="rId12"/>
    <p:sldId id="263" r:id="rId13"/>
    <p:sldId id="277" r:id="rId14"/>
    <p:sldId id="265" r:id="rId15"/>
    <p:sldId id="278" r:id="rId16"/>
    <p:sldId id="267" r:id="rId17"/>
    <p:sldId id="270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pos="7151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orient="horz" pos="4315" userDrawn="1">
          <p15:clr>
            <a:srgbClr val="A4A3A4"/>
          </p15:clr>
        </p15:guide>
        <p15:guide id="7" orient="horz" pos="4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2050E8-ADF7-4065-99D4-C9560E946390}" v="596" dt="2026-09-13T02:20:1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90" y="444"/>
      </p:cViewPr>
      <p:guideLst>
        <p:guide pos="2880"/>
        <p:guide pos="7151"/>
        <p:guide orient="horz"/>
        <p:guide orient="horz" pos="2160"/>
        <p:guide orient="horz" pos="4315"/>
        <p:guide orient="horz" pos="4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국 유" userId="ac351eab6f893e71" providerId="Windows Live" clId="Web-{BB2050E8-ADF7-4065-99D4-C9560E946390}"/>
    <pc:docChg chg="addSld delSld modSld">
      <pc:chgData name="용국 유" userId="ac351eab6f893e71" providerId="Windows Live" clId="Web-{BB2050E8-ADF7-4065-99D4-C9560E946390}" dt="2026-09-13T02:20:10.016" v="464"/>
      <pc:docMkLst>
        <pc:docMk/>
      </pc:docMkLst>
      <pc:sldChg chg="addSp">
        <pc:chgData name="용국 유" userId="ac351eab6f893e71" providerId="Windows Live" clId="Web-{BB2050E8-ADF7-4065-99D4-C9560E946390}" dt="2026-09-13T02:13:07.487" v="419"/>
        <pc:sldMkLst>
          <pc:docMk/>
          <pc:sldMk cId="0" sldId="256"/>
        </pc:sldMkLst>
        <pc:grpChg chg="add">
          <ac:chgData name="용국 유" userId="ac351eab6f893e71" providerId="Windows Live" clId="Web-{BB2050E8-ADF7-4065-99D4-C9560E946390}" dt="2026-09-13T02:13:07.487" v="419"/>
          <ac:grpSpMkLst>
            <pc:docMk/>
            <pc:sldMk cId="0" sldId="256"/>
            <ac:grpSpMk id="11" creationId="{3ED6802E-0434-2642-D2EA-EC32A284CEAF}"/>
          </ac:grpSpMkLst>
        </pc:grpChg>
      </pc:sldChg>
      <pc:sldChg chg="addSp delSp modSp">
        <pc:chgData name="용국 유" userId="ac351eab6f893e71" providerId="Windows Live" clId="Web-{BB2050E8-ADF7-4065-99D4-C9560E946390}" dt="2026-09-13T02:13:12.050" v="420"/>
        <pc:sldMkLst>
          <pc:docMk/>
          <pc:sldMk cId="0" sldId="257"/>
        </pc:sldMkLst>
        <pc:spChg chg="mod">
          <ac:chgData name="용국 유" userId="ac351eab6f893e71" providerId="Windows Live" clId="Web-{BB2050E8-ADF7-4065-99D4-C9560E946390}" dt="2026-09-13T01:09:55.291" v="69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01:03.943" v="35" actId="1410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01:09.693" v="37" actId="14100"/>
          <ac:spMkLst>
            <pc:docMk/>
            <pc:sldMk cId="0" sldId="257"/>
            <ac:spMk id="14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01:16.662" v="39" actId="1410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30:38.142" v="99" actId="20577"/>
          <ac:spMkLst>
            <pc:docMk/>
            <pc:sldMk cId="0" sldId="257"/>
            <ac:spMk id="20" creationId="{00000000-0000-0000-0000-000000000000}"/>
          </ac:spMkLst>
        </pc:spChg>
        <pc:spChg chg="add mod">
          <ac:chgData name="용국 유" userId="ac351eab6f893e71" providerId="Windows Live" clId="Web-{BB2050E8-ADF7-4065-99D4-C9560E946390}" dt="2026-09-13T01:29:17.905" v="93" actId="20577"/>
          <ac:spMkLst>
            <pc:docMk/>
            <pc:sldMk cId="0" sldId="257"/>
            <ac:spMk id="21" creationId="{86CDC754-863D-DF57-6C50-3819F83B98B4}"/>
          </ac:spMkLst>
        </pc:spChg>
        <pc:spChg chg="mod">
          <ac:chgData name="용국 유" userId="ac351eab6f893e71" providerId="Windows Live" clId="Web-{BB2050E8-ADF7-4065-99D4-C9560E946390}" dt="2026-09-13T01:28:17.669" v="77" actId="1076"/>
          <ac:spMkLst>
            <pc:docMk/>
            <pc:sldMk cId="0" sldId="257"/>
            <ac:spMk id="23" creationId="{460B6C97-2CA3-4770-88E9-129E986D09B5}"/>
          </ac:spMkLst>
        </pc:spChg>
        <pc:spChg chg="add del">
          <ac:chgData name="용국 유" userId="ac351eab6f893e71" providerId="Windows Live" clId="Web-{BB2050E8-ADF7-4065-99D4-C9560E946390}" dt="2026-09-13T01:28:36.232" v="84"/>
          <ac:spMkLst>
            <pc:docMk/>
            <pc:sldMk cId="0" sldId="257"/>
            <ac:spMk id="26" creationId="{A52BCD54-CB4E-70F9-744C-79D7BC447A78}"/>
          </ac:spMkLst>
        </pc:spChg>
        <pc:grpChg chg="add">
          <ac:chgData name="용국 유" userId="ac351eab6f893e71" providerId="Windows Live" clId="Web-{BB2050E8-ADF7-4065-99D4-C9560E946390}" dt="2026-09-13T02:13:12.050" v="420"/>
          <ac:grpSpMkLst>
            <pc:docMk/>
            <pc:sldMk cId="0" sldId="257"/>
            <ac:grpSpMk id="27" creationId="{0A39414C-DBC2-868A-63D5-107345A14E29}"/>
          </ac:grpSpMkLst>
        </pc:grpChg>
      </pc:sldChg>
      <pc:sldChg chg="addSp delSp modSp">
        <pc:chgData name="용국 유" userId="ac351eab6f893e71" providerId="Windows Live" clId="Web-{BB2050E8-ADF7-4065-99D4-C9560E946390}" dt="2026-09-13T02:13:16.050" v="421"/>
        <pc:sldMkLst>
          <pc:docMk/>
          <pc:sldMk cId="0" sldId="258"/>
        </pc:sldMkLst>
        <pc:spChg chg="add mod">
          <ac:chgData name="용국 유" userId="ac351eab6f893e71" providerId="Windows Live" clId="Web-{BB2050E8-ADF7-4065-99D4-C9560E946390}" dt="2026-09-13T01:31:21.237" v="111" actId="1076"/>
          <ac:spMkLst>
            <pc:docMk/>
            <pc:sldMk cId="0" sldId="258"/>
            <ac:spMk id="7" creationId="{C1B60FCA-2E2E-EF77-A51A-38E8E84FED61}"/>
          </ac:spMkLst>
        </pc:spChg>
        <pc:spChg chg="mod">
          <ac:chgData name="용국 유" userId="ac351eab6f893e71" providerId="Windows Live" clId="Web-{BB2050E8-ADF7-4065-99D4-C9560E946390}" dt="2026-09-13T01:31:14.455" v="106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31:14.471" v="107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31:14.486" v="108" actId="1076"/>
          <ac:spMkLst>
            <pc:docMk/>
            <pc:sldMk cId="0" sldId="258"/>
            <ac:spMk id="17" creationId="{00000000-0000-0000-0000-000000000000}"/>
          </ac:spMkLst>
        </pc:spChg>
        <pc:spChg chg="del">
          <ac:chgData name="용국 유" userId="ac351eab6f893e71" providerId="Windows Live" clId="Web-{BB2050E8-ADF7-4065-99D4-C9560E946390}" dt="2026-09-13T01:30:55.330" v="103"/>
          <ac:spMkLst>
            <pc:docMk/>
            <pc:sldMk cId="0" sldId="258"/>
            <ac:spMk id="18" creationId="{00000000-0000-0000-0000-000000000000}"/>
          </ac:spMkLst>
        </pc:spChg>
        <pc:spChg chg="add mod">
          <ac:chgData name="용국 유" userId="ac351eab6f893e71" providerId="Windows Live" clId="Web-{BB2050E8-ADF7-4065-99D4-C9560E946390}" dt="2026-09-13T01:31:21.252" v="112" actId="1076"/>
          <ac:spMkLst>
            <pc:docMk/>
            <pc:sldMk cId="0" sldId="258"/>
            <ac:spMk id="19" creationId="{B23C7725-6BC7-CD71-2293-3D93E3EBF788}"/>
          </ac:spMkLst>
        </pc:spChg>
        <pc:grpChg chg="add">
          <ac:chgData name="용국 유" userId="ac351eab6f893e71" providerId="Windows Live" clId="Web-{BB2050E8-ADF7-4065-99D4-C9560E946390}" dt="2026-09-13T02:13:16.050" v="421"/>
          <ac:grpSpMkLst>
            <pc:docMk/>
            <pc:sldMk cId="0" sldId="258"/>
            <ac:grpSpMk id="21" creationId="{70609730-5CDA-1833-C1EE-FC1248554A57}"/>
          </ac:grpSpMkLst>
        </pc:grpChg>
      </pc:sldChg>
      <pc:sldChg chg="addSp modSp">
        <pc:chgData name="용국 유" userId="ac351eab6f893e71" providerId="Windows Live" clId="Web-{BB2050E8-ADF7-4065-99D4-C9560E946390}" dt="2026-09-13T02:13:19.800" v="422"/>
        <pc:sldMkLst>
          <pc:docMk/>
          <pc:sldMk cId="0" sldId="259"/>
        </pc:sldMkLst>
        <pc:spChg chg="mod">
          <ac:chgData name="용국 유" userId="ac351eab6f893e71" providerId="Windows Live" clId="Web-{BB2050E8-ADF7-4065-99D4-C9560E946390}" dt="2026-09-13T01:33:07.615" v="128" actId="20577"/>
          <ac:spMkLst>
            <pc:docMk/>
            <pc:sldMk cId="0" sldId="259"/>
            <ac:spMk id="5" creationId="{00000000-0000-0000-0000-000000000000}"/>
          </ac:spMkLst>
        </pc:spChg>
        <pc:grpChg chg="add">
          <ac:chgData name="용국 유" userId="ac351eab6f893e71" providerId="Windows Live" clId="Web-{BB2050E8-ADF7-4065-99D4-C9560E946390}" dt="2026-09-13T02:13:19.800" v="422"/>
          <ac:grpSpMkLst>
            <pc:docMk/>
            <pc:sldMk cId="0" sldId="259"/>
            <ac:grpSpMk id="29" creationId="{A4295531-605F-6AAC-E2B6-95597E452A2A}"/>
          </ac:grpSpMkLst>
        </pc:grpChg>
      </pc:sldChg>
      <pc:sldChg chg="del">
        <pc:chgData name="용국 유" userId="ac351eab6f893e71" providerId="Windows Live" clId="Web-{BB2050E8-ADF7-4065-99D4-C9560E946390}" dt="2026-09-13T01:34:25.492" v="131"/>
        <pc:sldMkLst>
          <pc:docMk/>
          <pc:sldMk cId="0" sldId="260"/>
        </pc:sldMkLst>
      </pc:sldChg>
      <pc:sldChg chg="addSp modSp">
        <pc:chgData name="용국 유" userId="ac351eab6f893e71" providerId="Windows Live" clId="Web-{BB2050E8-ADF7-4065-99D4-C9560E946390}" dt="2026-09-13T02:13:32.332" v="425"/>
        <pc:sldMkLst>
          <pc:docMk/>
          <pc:sldMk cId="0" sldId="261"/>
        </pc:sldMkLst>
        <pc:spChg chg="mod">
          <ac:chgData name="용국 유" userId="ac351eab6f893e71" providerId="Windows Live" clId="Web-{BB2050E8-ADF7-4065-99D4-C9560E946390}" dt="2026-09-13T01:42:05.758" v="182" actId="20577"/>
          <ac:spMkLst>
            <pc:docMk/>
            <pc:sldMk cId="0" sldId="261"/>
            <ac:spMk id="3" creationId="{00000000-0000-0000-0000-000000000000}"/>
          </ac:spMkLst>
        </pc:spChg>
        <pc:grpChg chg="add">
          <ac:chgData name="용국 유" userId="ac351eab6f893e71" providerId="Windows Live" clId="Web-{BB2050E8-ADF7-4065-99D4-C9560E946390}" dt="2026-09-13T02:13:32.332" v="425"/>
          <ac:grpSpMkLst>
            <pc:docMk/>
            <pc:sldMk cId="0" sldId="261"/>
            <ac:grpSpMk id="14" creationId="{C959BEE2-5648-28A9-9E00-DF8561FD1CF0}"/>
          </ac:grpSpMkLst>
        </pc:grpChg>
      </pc:sldChg>
      <pc:sldChg chg="addSp delSp modSp">
        <pc:chgData name="용국 유" userId="ac351eab6f893e71" providerId="Windows Live" clId="Web-{BB2050E8-ADF7-4065-99D4-C9560E946390}" dt="2026-09-13T02:13:36.551" v="426"/>
        <pc:sldMkLst>
          <pc:docMk/>
          <pc:sldMk cId="0" sldId="262"/>
        </pc:sldMkLst>
        <pc:spChg chg="mod">
          <ac:chgData name="용국 유" userId="ac351eab6f893e71" providerId="Windows Live" clId="Web-{BB2050E8-ADF7-4065-99D4-C9560E946390}" dt="2026-09-13T01:46:15.906" v="231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44:57.372" v="209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44:57.372" v="210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44:57.388" v="211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44:57.404" v="212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45:02.248" v="216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44:57.419" v="214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45:02.263" v="217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45:23.936" v="218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45:23.951" v="219" actId="1076"/>
          <ac:spMkLst>
            <pc:docMk/>
            <pc:sldMk cId="0" sldId="262"/>
            <ac:spMk id="15" creationId="{00000000-0000-0000-0000-000000000000}"/>
          </ac:spMkLst>
        </pc:spChg>
        <pc:spChg chg="del">
          <ac:chgData name="용국 유" userId="ac351eab6f893e71" providerId="Windows Live" clId="Web-{BB2050E8-ADF7-4065-99D4-C9560E946390}" dt="2026-09-13T01:43:46.105" v="18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용국 유" userId="ac351eab6f893e71" providerId="Windows Live" clId="Web-{BB2050E8-ADF7-4065-99D4-C9560E946390}" dt="2026-09-13T01:43:46.105" v="187"/>
          <ac:spMkLst>
            <pc:docMk/>
            <pc:sldMk cId="0" sldId="262"/>
            <ac:spMk id="17" creationId="{00000000-0000-0000-0000-000000000000}"/>
          </ac:spMkLst>
        </pc:spChg>
        <pc:spChg chg="add del mod">
          <ac:chgData name="용국 유" userId="ac351eab6f893e71" providerId="Windows Live" clId="Web-{BB2050E8-ADF7-4065-99D4-C9560E946390}" dt="2026-09-13T01:44:45.935" v="208"/>
          <ac:spMkLst>
            <pc:docMk/>
            <pc:sldMk cId="0" sldId="262"/>
            <ac:spMk id="18" creationId="{00000000-0000-0000-0000-000000000000}"/>
          </ac:spMkLst>
        </pc:spChg>
        <pc:spChg chg="add mod">
          <ac:chgData name="용국 유" userId="ac351eab6f893e71" providerId="Windows Live" clId="Web-{BB2050E8-ADF7-4065-99D4-C9560E946390}" dt="2026-09-13T01:46:02.624" v="227" actId="1076"/>
          <ac:spMkLst>
            <pc:docMk/>
            <pc:sldMk cId="0" sldId="262"/>
            <ac:spMk id="19" creationId="{DEC37C76-B998-F1A3-FEAB-53FD30044FF6}"/>
          </ac:spMkLst>
        </pc:spChg>
        <pc:spChg chg="add mod">
          <ac:chgData name="용국 유" userId="ac351eab6f893e71" providerId="Windows Live" clId="Web-{BB2050E8-ADF7-4065-99D4-C9560E946390}" dt="2026-09-13T01:45:53.577" v="226" actId="14100"/>
          <ac:spMkLst>
            <pc:docMk/>
            <pc:sldMk cId="0" sldId="262"/>
            <ac:spMk id="21" creationId="{2E48D4E3-70C5-8559-F7D7-C5A3F243917D}"/>
          </ac:spMkLst>
        </pc:spChg>
        <pc:spChg chg="add">
          <ac:chgData name="용국 유" userId="ac351eab6f893e71" providerId="Windows Live" clId="Web-{BB2050E8-ADF7-4065-99D4-C9560E946390}" dt="2026-09-13T01:45:33.436" v="223"/>
          <ac:spMkLst>
            <pc:docMk/>
            <pc:sldMk cId="0" sldId="262"/>
            <ac:spMk id="22" creationId="{37031159-D54E-C0C6-1FE2-326F17C95BC5}"/>
          </ac:spMkLst>
        </pc:spChg>
        <pc:spChg chg="add mod">
          <ac:chgData name="용국 유" userId="ac351eab6f893e71" providerId="Windows Live" clId="Web-{BB2050E8-ADF7-4065-99D4-C9560E946390}" dt="2026-09-13T01:45:42.421" v="224" actId="14100"/>
          <ac:spMkLst>
            <pc:docMk/>
            <pc:sldMk cId="0" sldId="262"/>
            <ac:spMk id="23" creationId="{EF2B44C2-2BCC-B531-370F-20A3D32CF0E0}"/>
          </ac:spMkLst>
        </pc:spChg>
        <pc:grpChg chg="add">
          <ac:chgData name="용국 유" userId="ac351eab6f893e71" providerId="Windows Live" clId="Web-{BB2050E8-ADF7-4065-99D4-C9560E946390}" dt="2026-09-13T02:13:36.551" v="426"/>
          <ac:grpSpMkLst>
            <pc:docMk/>
            <pc:sldMk cId="0" sldId="262"/>
            <ac:grpSpMk id="24" creationId="{331F4665-E4CB-C7DA-DDC3-1BB6C58499C0}"/>
          </ac:grpSpMkLst>
        </pc:grpChg>
        <pc:picChg chg="mod">
          <ac:chgData name="용국 유" userId="ac351eab6f893e71" providerId="Windows Live" clId="Web-{BB2050E8-ADF7-4065-99D4-C9560E946390}" dt="2026-09-13T01:43:09.791" v="186" actId="14100"/>
          <ac:picMkLst>
            <pc:docMk/>
            <pc:sldMk cId="0" sldId="262"/>
            <ac:picMk id="20" creationId="{73CDE97A-C999-4A83-8675-4FD8F5E48D92}"/>
          </ac:picMkLst>
        </pc:picChg>
      </pc:sldChg>
      <pc:sldChg chg="addSp delSp modSp">
        <pc:chgData name="용국 유" userId="ac351eab6f893e71" providerId="Windows Live" clId="Web-{BB2050E8-ADF7-4065-99D4-C9560E946390}" dt="2026-09-13T02:20:10.016" v="464"/>
        <pc:sldMkLst>
          <pc:docMk/>
          <pc:sldMk cId="0" sldId="263"/>
        </pc:sldMkLst>
        <pc:spChg chg="topLvl">
          <ac:chgData name="용국 유" userId="ac351eab6f893e71" providerId="Windows Live" clId="Web-{BB2050E8-ADF7-4065-99D4-C9560E946390}" dt="2026-09-13T02:15:54.618" v="434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용국 유" userId="ac351eab6f893e71" providerId="Windows Live" clId="Web-{BB2050E8-ADF7-4065-99D4-C9560E946390}" dt="2026-09-13T02:11:13.531" v="367"/>
          <ac:spMkLst>
            <pc:docMk/>
            <pc:sldMk cId="0" sldId="263"/>
            <ac:spMk id="3" creationId="{00000000-0000-0000-0000-000000000000}"/>
          </ac:spMkLst>
        </pc:spChg>
        <pc:spChg chg="mod topLvl">
          <ac:chgData name="용국 유" userId="ac351eab6f893e71" providerId="Windows Live" clId="Web-{BB2050E8-ADF7-4065-99D4-C9560E946390}" dt="2026-09-13T02:15:54.618" v="434"/>
          <ac:spMkLst>
            <pc:docMk/>
            <pc:sldMk cId="0" sldId="263"/>
            <ac:spMk id="4" creationId="{00000000-0000-0000-0000-000000000000}"/>
          </ac:spMkLst>
        </pc:spChg>
        <pc:spChg chg="topLvl">
          <ac:chgData name="용국 유" userId="ac351eab6f893e71" providerId="Windows Live" clId="Web-{BB2050E8-ADF7-4065-99D4-C9560E946390}" dt="2026-09-13T02:15:54.618" v="434"/>
          <ac:spMkLst>
            <pc:docMk/>
            <pc:sldMk cId="0" sldId="263"/>
            <ac:spMk id="5" creationId="{00000000-0000-0000-0000-000000000000}"/>
          </ac:spMkLst>
        </pc:spChg>
        <pc:spChg chg="topLvl">
          <ac:chgData name="용국 유" userId="ac351eab6f893e71" providerId="Windows Live" clId="Web-{BB2050E8-ADF7-4065-99D4-C9560E946390}" dt="2026-09-13T02:15:54.618" v="434"/>
          <ac:spMkLst>
            <pc:docMk/>
            <pc:sldMk cId="0" sldId="263"/>
            <ac:spMk id="6" creationId="{00000000-0000-0000-0000-000000000000}"/>
          </ac:spMkLst>
        </pc:spChg>
        <pc:spChg chg="mod topLvl">
          <ac:chgData name="용국 유" userId="ac351eab6f893e71" providerId="Windows Live" clId="Web-{BB2050E8-ADF7-4065-99D4-C9560E946390}" dt="2026-09-13T02:20:01.828" v="463" actId="1076"/>
          <ac:spMkLst>
            <pc:docMk/>
            <pc:sldMk cId="0" sldId="263"/>
            <ac:spMk id="8" creationId="{00000000-0000-0000-0000-000000000000}"/>
          </ac:spMkLst>
        </pc:spChg>
        <pc:spChg chg="topLvl">
          <ac:chgData name="용국 유" userId="ac351eab6f893e71" providerId="Windows Live" clId="Web-{BB2050E8-ADF7-4065-99D4-C9560E946390}" dt="2026-09-13T02:15:54.618" v="434"/>
          <ac:spMkLst>
            <pc:docMk/>
            <pc:sldMk cId="0" sldId="263"/>
            <ac:spMk id="9" creationId="{00000000-0000-0000-0000-000000000000}"/>
          </ac:spMkLst>
        </pc:spChg>
        <pc:spChg chg="mod topLvl">
          <ac:chgData name="용국 유" userId="ac351eab6f893e71" providerId="Windows Live" clId="Web-{BB2050E8-ADF7-4065-99D4-C9560E946390}" dt="2026-09-13T02:15:54.618" v="434"/>
          <ac:spMkLst>
            <pc:docMk/>
            <pc:sldMk cId="0" sldId="263"/>
            <ac:spMk id="10" creationId="{00000000-0000-0000-0000-000000000000}"/>
          </ac:spMkLst>
        </pc:spChg>
        <pc:spChg chg="mod topLvl">
          <ac:chgData name="용국 유" userId="ac351eab6f893e71" providerId="Windows Live" clId="Web-{BB2050E8-ADF7-4065-99D4-C9560E946390}" dt="2026-09-13T02:15:54.618" v="434"/>
          <ac:spMkLst>
            <pc:docMk/>
            <pc:sldMk cId="0" sldId="263"/>
            <ac:spMk id="11" creationId="{00000000-0000-0000-0000-000000000000}"/>
          </ac:spMkLst>
        </pc:spChg>
        <pc:spChg chg="topLvl">
          <ac:chgData name="용국 유" userId="ac351eab6f893e71" providerId="Windows Live" clId="Web-{BB2050E8-ADF7-4065-99D4-C9560E946390}" dt="2026-09-13T02:15:54.618" v="434"/>
          <ac:spMkLst>
            <pc:docMk/>
            <pc:sldMk cId="0" sldId="263"/>
            <ac:spMk id="12" creationId="{00000000-0000-0000-0000-000000000000}"/>
          </ac:spMkLst>
        </pc:spChg>
        <pc:spChg chg="add mod ord topLvl">
          <ac:chgData name="용국 유" userId="ac351eab6f893e71" providerId="Windows Live" clId="Web-{BB2050E8-ADF7-4065-99D4-C9560E946390}" dt="2026-09-13T02:18:13.169" v="457"/>
          <ac:spMkLst>
            <pc:docMk/>
            <pc:sldMk cId="0" sldId="263"/>
            <ac:spMk id="14" creationId="{CDF16F00-D664-A755-225A-64D2F6B009A3}"/>
          </ac:spMkLst>
        </pc:spChg>
        <pc:grpChg chg="add">
          <ac:chgData name="용국 유" userId="ac351eab6f893e71" providerId="Windows Live" clId="Web-{BB2050E8-ADF7-4065-99D4-C9560E946390}" dt="2026-09-13T02:14:18.365" v="429"/>
          <ac:grpSpMkLst>
            <pc:docMk/>
            <pc:sldMk cId="0" sldId="263"/>
            <ac:grpSpMk id="15" creationId="{2FDFC359-4F26-A384-3518-6C14374C6F68}"/>
          </ac:grpSpMkLst>
        </pc:grpChg>
        <pc:grpChg chg="add">
          <ac:chgData name="용국 유" userId="ac351eab6f893e71" providerId="Windows Live" clId="Web-{BB2050E8-ADF7-4065-99D4-C9560E946390}" dt="2026-09-13T02:20:10.016" v="464"/>
          <ac:grpSpMkLst>
            <pc:docMk/>
            <pc:sldMk cId="0" sldId="263"/>
            <ac:grpSpMk id="16" creationId="{AD951584-CA26-75B3-E3AF-96E6ECA0C052}"/>
          </ac:grpSpMkLst>
        </pc:grpChg>
      </pc:sldChg>
      <pc:sldChg chg="addSp delSp modSp del">
        <pc:chgData name="용국 유" userId="ac351eab6f893e71" providerId="Windows Live" clId="Web-{BB2050E8-ADF7-4065-99D4-C9560E946390}" dt="2026-09-13T01:56:01.096" v="320"/>
        <pc:sldMkLst>
          <pc:docMk/>
          <pc:sldMk cId="0" sldId="264"/>
        </pc:sldMkLst>
        <pc:spChg chg="mod">
          <ac:chgData name="용국 유" userId="ac351eab6f893e71" providerId="Windows Live" clId="Web-{BB2050E8-ADF7-4065-99D4-C9560E946390}" dt="2026-09-13T01:55:27.829" v="312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55:19.235" v="309" actId="20577"/>
          <ac:spMkLst>
            <pc:docMk/>
            <pc:sldMk cId="0" sldId="264"/>
            <ac:spMk id="3" creationId="{00000000-0000-0000-0000-000000000000}"/>
          </ac:spMkLst>
        </pc:spChg>
        <pc:spChg chg="del">
          <ac:chgData name="용국 유" userId="ac351eab6f893e71" providerId="Windows Live" clId="Web-{BB2050E8-ADF7-4065-99D4-C9560E946390}" dt="2026-09-13T01:55:20.986" v="310"/>
          <ac:spMkLst>
            <pc:docMk/>
            <pc:sldMk cId="0" sldId="264"/>
            <ac:spMk id="4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0:16:34.898" v="25" actId="14100"/>
          <ac:spMkLst>
            <pc:docMk/>
            <pc:sldMk cId="0" sldId="264"/>
            <ac:spMk id="10" creationId="{00000000-0000-0000-0000-000000000000}"/>
          </ac:spMkLst>
        </pc:spChg>
        <pc:spChg chg="add">
          <ac:chgData name="용국 유" userId="ac351eab6f893e71" providerId="Windows Live" clId="Web-{BB2050E8-ADF7-4065-99D4-C9560E946390}" dt="2026-09-13T01:55:30.548" v="313"/>
          <ac:spMkLst>
            <pc:docMk/>
            <pc:sldMk cId="0" sldId="264"/>
            <ac:spMk id="12" creationId="{54BA9DC8-384A-45DB-2A62-65F9C66091C2}"/>
          </ac:spMkLst>
        </pc:spChg>
      </pc:sldChg>
      <pc:sldChg chg="addSp delSp modSp">
        <pc:chgData name="용국 유" userId="ac351eab6f893e71" providerId="Windows Live" clId="Web-{BB2050E8-ADF7-4065-99D4-C9560E946390}" dt="2026-09-13T02:19:30.859" v="459"/>
        <pc:sldMkLst>
          <pc:docMk/>
          <pc:sldMk cId="0" sldId="265"/>
        </pc:sldMkLst>
        <pc:spChg chg="del mod">
          <ac:chgData name="용국 유" userId="ac351eab6f893e71" providerId="Windows Live" clId="Web-{BB2050E8-ADF7-4065-99D4-C9560E946390}" dt="2026-09-13T02:11:37.422" v="384"/>
          <ac:spMkLst>
            <pc:docMk/>
            <pc:sldMk cId="0" sldId="265"/>
            <ac:spMk id="3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2:11:47.563" v="390" actId="1076"/>
          <ac:spMkLst>
            <pc:docMk/>
            <pc:sldMk cId="0" sldId="265"/>
            <ac:spMk id="4" creationId="{00000000-0000-0000-0000-000000000000}"/>
          </ac:spMkLst>
        </pc:spChg>
        <pc:spChg chg="add mod">
          <ac:chgData name="용국 유" userId="ac351eab6f893e71" providerId="Windows Live" clId="Web-{BB2050E8-ADF7-4065-99D4-C9560E946390}" dt="2026-09-13T02:11:42.625" v="389" actId="20577"/>
          <ac:spMkLst>
            <pc:docMk/>
            <pc:sldMk cId="0" sldId="265"/>
            <ac:spMk id="19" creationId="{0E0CCFAD-AFEF-9C9C-FDA8-AB657B7BB918}"/>
          </ac:spMkLst>
        </pc:spChg>
        <pc:grpChg chg="add">
          <ac:chgData name="용국 유" userId="ac351eab6f893e71" providerId="Windows Live" clId="Web-{BB2050E8-ADF7-4065-99D4-C9560E946390}" dt="2026-09-13T02:19:30.859" v="459"/>
          <ac:grpSpMkLst>
            <pc:docMk/>
            <pc:sldMk cId="0" sldId="265"/>
            <ac:grpSpMk id="20" creationId="{5AE00CD4-88DC-7B98-4187-6E4114B6EEC6}"/>
          </ac:grpSpMkLst>
        </pc:grpChg>
      </pc:sldChg>
      <pc:sldChg chg="modSp del">
        <pc:chgData name="용국 유" userId="ac351eab6f893e71" providerId="Windows Live" clId="Web-{BB2050E8-ADF7-4065-99D4-C9560E946390}" dt="2026-09-13T01:57:09.114" v="328"/>
        <pc:sldMkLst>
          <pc:docMk/>
          <pc:sldMk cId="0" sldId="266"/>
        </pc:sldMkLst>
        <pc:spChg chg="mod">
          <ac:chgData name="용국 유" userId="ac351eab6f893e71" providerId="Windows Live" clId="Web-{BB2050E8-ADF7-4065-99D4-C9560E946390}" dt="2026-09-13T00:18:33.136" v="26" actId="1410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0:18:36.605" v="27" actId="14100"/>
          <ac:spMkLst>
            <pc:docMk/>
            <pc:sldMk cId="0" sldId="266"/>
            <ac:spMk id="15" creationId="{00000000-0000-0000-0000-000000000000}"/>
          </ac:spMkLst>
        </pc:spChg>
      </pc:sldChg>
      <pc:sldChg chg="addSp delSp modSp">
        <pc:chgData name="용국 유" userId="ac351eab6f893e71" providerId="Windows Live" clId="Web-{BB2050E8-ADF7-4065-99D4-C9560E946390}" dt="2026-09-13T02:19:41.922" v="461"/>
        <pc:sldMkLst>
          <pc:docMk/>
          <pc:sldMk cId="0" sldId="267"/>
        </pc:sldMkLst>
        <pc:spChg chg="del mod">
          <ac:chgData name="용국 유" userId="ac351eab6f893e71" providerId="Windows Live" clId="Web-{BB2050E8-ADF7-4065-99D4-C9560E946390}" dt="2026-09-13T02:12:22.095" v="402"/>
          <ac:spMkLst>
            <pc:docMk/>
            <pc:sldMk cId="0" sldId="267"/>
            <ac:spMk id="3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2:12:33.174" v="408" actId="1076"/>
          <ac:spMkLst>
            <pc:docMk/>
            <pc:sldMk cId="0" sldId="267"/>
            <ac:spMk id="4" creationId="{00000000-0000-0000-0000-000000000000}"/>
          </ac:spMkLst>
        </pc:spChg>
        <pc:spChg chg="add mod">
          <ac:chgData name="용국 유" userId="ac351eab6f893e71" providerId="Windows Live" clId="Web-{BB2050E8-ADF7-4065-99D4-C9560E946390}" dt="2026-09-13T02:12:25.971" v="407" actId="20577"/>
          <ac:spMkLst>
            <pc:docMk/>
            <pc:sldMk cId="0" sldId="267"/>
            <ac:spMk id="17" creationId="{56D03F14-166D-BC6D-15DC-58DD4E8CDA7E}"/>
          </ac:spMkLst>
        </pc:spChg>
        <pc:grpChg chg="add">
          <ac:chgData name="용국 유" userId="ac351eab6f893e71" providerId="Windows Live" clId="Web-{BB2050E8-ADF7-4065-99D4-C9560E946390}" dt="2026-09-13T02:19:41.922" v="461"/>
          <ac:grpSpMkLst>
            <pc:docMk/>
            <pc:sldMk cId="0" sldId="267"/>
            <ac:grpSpMk id="18" creationId="{1FEE9D88-FA9E-C5C1-8C6E-0C41F950673E}"/>
          </ac:grpSpMkLst>
        </pc:grpChg>
      </pc:sldChg>
      <pc:sldChg chg="del">
        <pc:chgData name="용국 유" userId="ac351eab6f893e71" providerId="Windows Live" clId="Web-{BB2050E8-ADF7-4065-99D4-C9560E946390}" dt="2026-09-13T01:58:11.022" v="336"/>
        <pc:sldMkLst>
          <pc:docMk/>
          <pc:sldMk cId="0" sldId="268"/>
        </pc:sldMkLst>
      </pc:sldChg>
      <pc:sldChg chg="modSp">
        <pc:chgData name="용국 유" userId="ac351eab6f893e71" providerId="Windows Live" clId="Web-{BB2050E8-ADF7-4065-99D4-C9560E946390}" dt="2026-09-13T01:59:01.586" v="348" actId="20577"/>
        <pc:sldMkLst>
          <pc:docMk/>
          <pc:sldMk cId="0" sldId="269"/>
        </pc:sldMkLst>
        <pc:spChg chg="mod">
          <ac:chgData name="용국 유" userId="ac351eab6f893e71" providerId="Windows Live" clId="Web-{BB2050E8-ADF7-4065-99D4-C9560E946390}" dt="2026-09-13T01:59:01.586" v="348" actId="20577"/>
          <ac:spMkLst>
            <pc:docMk/>
            <pc:sldMk cId="0" sldId="269"/>
            <ac:spMk id="5" creationId="{00000000-0000-0000-0000-000000000000}"/>
          </ac:spMkLst>
        </pc:spChg>
      </pc:sldChg>
      <pc:sldChg chg="addSp delSp modSp add">
        <pc:chgData name="용국 유" userId="ac351eab6f893e71" providerId="Windows Live" clId="Web-{BB2050E8-ADF7-4065-99D4-C9560E946390}" dt="2026-09-13T02:12:58.221" v="418"/>
        <pc:sldMkLst>
          <pc:docMk/>
          <pc:sldMk cId="0" sldId="270"/>
        </pc:sldMkLst>
        <pc:spChg chg="del mod">
          <ac:chgData name="용국 유" userId="ac351eab6f893e71" providerId="Windows Live" clId="Web-{BB2050E8-ADF7-4065-99D4-C9560E946390}" dt="2026-09-13T02:12:41.205" v="409"/>
          <ac:spMkLst>
            <pc:docMk/>
            <pc:sldMk cId="0" sldId="270"/>
            <ac:spMk id="3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2:12:50.659" v="417" actId="1076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용국 유" userId="ac351eab6f893e71" providerId="Windows Live" clId="Web-{BB2050E8-ADF7-4065-99D4-C9560E946390}" dt="2026-09-13T02:12:46.440" v="416" actId="20577"/>
          <ac:spMkLst>
            <pc:docMk/>
            <pc:sldMk cId="0" sldId="270"/>
            <ac:spMk id="18" creationId="{0CB4AD79-D608-060F-CC48-B77581F38BEE}"/>
          </ac:spMkLst>
        </pc:spChg>
        <pc:grpChg chg="add">
          <ac:chgData name="용국 유" userId="ac351eab6f893e71" providerId="Windows Live" clId="Web-{BB2050E8-ADF7-4065-99D4-C9560E946390}" dt="2026-09-13T02:12:58.221" v="418"/>
          <ac:grpSpMkLst>
            <pc:docMk/>
            <pc:sldMk cId="0" sldId="270"/>
            <ac:grpSpMk id="19" creationId="{2F705692-8DB3-712B-089C-4C53D1E40C1F}"/>
          </ac:grpSpMkLst>
        </pc:grpChg>
      </pc:sldChg>
      <pc:sldChg chg="del">
        <pc:chgData name="용국 유" userId="ac351eab6f893e71" providerId="Windows Live" clId="Web-{BB2050E8-ADF7-4065-99D4-C9560E946390}" dt="2026-09-13T01:39:16.845" v="163"/>
        <pc:sldMkLst>
          <pc:docMk/>
          <pc:sldMk cId="2622879319" sldId="270"/>
        </pc:sldMkLst>
      </pc:sldChg>
      <pc:sldChg chg="addSp delSp modSp">
        <pc:chgData name="용국 유" userId="ac351eab6f893e71" providerId="Windows Live" clId="Web-{BB2050E8-ADF7-4065-99D4-C9560E946390}" dt="2026-09-13T02:16:27.587" v="439"/>
        <pc:sldMkLst>
          <pc:docMk/>
          <pc:sldMk cId="1028070739" sldId="271"/>
        </pc:sldMkLst>
        <pc:spChg chg="topLvl">
          <ac:chgData name="용국 유" userId="ac351eab6f893e71" providerId="Windows Live" clId="Web-{BB2050E8-ADF7-4065-99D4-C9560E946390}" dt="2026-09-13T02:15:57.071" v="436"/>
          <ac:spMkLst>
            <pc:docMk/>
            <pc:sldMk cId="1028070739" sldId="271"/>
            <ac:spMk id="2" creationId="{00000000-0000-0000-0000-000000000000}"/>
          </ac:spMkLst>
        </pc:spChg>
        <pc:spChg chg="mod topLvl">
          <ac:chgData name="용국 유" userId="ac351eab6f893e71" providerId="Windows Live" clId="Web-{BB2050E8-ADF7-4065-99D4-C9560E946390}" dt="2026-09-13T02:15:57.071" v="436"/>
          <ac:spMkLst>
            <pc:docMk/>
            <pc:sldMk cId="1028070739" sldId="271"/>
            <ac:spMk id="3" creationId="{00000000-0000-0000-0000-000000000000}"/>
          </ac:spMkLst>
        </pc:spChg>
        <pc:spChg chg="topLvl">
          <ac:chgData name="용국 유" userId="ac351eab6f893e71" providerId="Windows Live" clId="Web-{BB2050E8-ADF7-4065-99D4-C9560E946390}" dt="2026-09-13T02:15:57.071" v="436"/>
          <ac:spMkLst>
            <pc:docMk/>
            <pc:sldMk cId="1028070739" sldId="271"/>
            <ac:spMk id="4" creationId="{00000000-0000-0000-0000-000000000000}"/>
          </ac:spMkLst>
        </pc:spChg>
        <pc:spChg chg="topLvl">
          <ac:chgData name="용국 유" userId="ac351eab6f893e71" providerId="Windows Live" clId="Web-{BB2050E8-ADF7-4065-99D4-C9560E946390}" dt="2026-09-13T02:15:57.071" v="436"/>
          <ac:spMkLst>
            <pc:docMk/>
            <pc:sldMk cId="1028070739" sldId="271"/>
            <ac:spMk id="5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47:20.752" v="239" actId="1076"/>
          <ac:spMkLst>
            <pc:docMk/>
            <pc:sldMk cId="1028070739" sldId="271"/>
            <ac:spMk id="11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47:20.814" v="240" actId="1076"/>
          <ac:spMkLst>
            <pc:docMk/>
            <pc:sldMk cId="1028070739" sldId="271"/>
            <ac:spMk id="13" creationId="{00000000-0000-0000-0000-000000000000}"/>
          </ac:spMkLst>
        </pc:spChg>
        <pc:spChg chg="topLvl">
          <ac:chgData name="용국 유" userId="ac351eab6f893e71" providerId="Windows Live" clId="Web-{BB2050E8-ADF7-4065-99D4-C9560E946390}" dt="2026-09-13T02:15:57.071" v="436"/>
          <ac:spMkLst>
            <pc:docMk/>
            <pc:sldMk cId="1028070739" sldId="271"/>
            <ac:spMk id="23" creationId="{0B747AC1-A2B4-45A5-AA2C-27EE22EA0E06}"/>
          </ac:spMkLst>
        </pc:spChg>
        <pc:spChg chg="mod topLvl">
          <ac:chgData name="용국 유" userId="ac351eab6f893e71" providerId="Windows Live" clId="Web-{BB2050E8-ADF7-4065-99D4-C9560E946390}" dt="2026-09-13T02:15:57.071" v="436"/>
          <ac:spMkLst>
            <pc:docMk/>
            <pc:sldMk cId="1028070739" sldId="271"/>
            <ac:spMk id="30" creationId="{3BE4CC42-A61A-47FB-8562-FA4E5A6D997E}"/>
          </ac:spMkLst>
        </pc:spChg>
        <pc:grpChg chg="add del">
          <ac:chgData name="용국 유" userId="ac351eab6f893e71" providerId="Windows Live" clId="Web-{BB2050E8-ADF7-4065-99D4-C9560E946390}" dt="2026-09-13T02:15:57.071" v="436"/>
          <ac:grpSpMkLst>
            <pc:docMk/>
            <pc:sldMk cId="1028070739" sldId="271"/>
            <ac:grpSpMk id="14" creationId="{57633BA5-388D-B483-B516-2BBF9FD441D5}"/>
          </ac:grpSpMkLst>
        </pc:grpChg>
        <pc:grpChg chg="add">
          <ac:chgData name="용국 유" userId="ac351eab6f893e71" providerId="Windows Live" clId="Web-{BB2050E8-ADF7-4065-99D4-C9560E946390}" dt="2026-09-13T02:16:27.587" v="439"/>
          <ac:grpSpMkLst>
            <pc:docMk/>
            <pc:sldMk cId="1028070739" sldId="271"/>
            <ac:grpSpMk id="15" creationId="{7BA0D04D-3669-E50B-4C39-A59851EF7714}"/>
          </ac:grpSpMkLst>
        </pc:grpChg>
        <pc:grpChg chg="topLvl">
          <ac:chgData name="용국 유" userId="ac351eab6f893e71" providerId="Windows Live" clId="Web-{BB2050E8-ADF7-4065-99D4-C9560E946390}" dt="2026-09-13T02:15:57.071" v="436"/>
          <ac:grpSpMkLst>
            <pc:docMk/>
            <pc:sldMk cId="1028070739" sldId="271"/>
            <ac:grpSpMk id="19" creationId="{E7A088D1-CEA0-46C3-A6ED-40D1AAD44EF1}"/>
          </ac:grpSpMkLst>
        </pc:grpChg>
        <pc:picChg chg="mod topLvl">
          <ac:chgData name="용국 유" userId="ac351eab6f893e71" providerId="Windows Live" clId="Web-{BB2050E8-ADF7-4065-99D4-C9560E946390}" dt="2026-09-13T02:15:57.071" v="436"/>
          <ac:picMkLst>
            <pc:docMk/>
            <pc:sldMk cId="1028070739" sldId="271"/>
            <ac:picMk id="22" creationId="{8DE38658-F835-4CB5-8317-D6BEF0F5D5B0}"/>
          </ac:picMkLst>
        </pc:picChg>
      </pc:sldChg>
      <pc:sldChg chg="addSp delSp modSp">
        <pc:chgData name="용국 유" userId="ac351eab6f893e71" providerId="Windows Live" clId="Web-{BB2050E8-ADF7-4065-99D4-C9560E946390}" dt="2026-09-13T02:16:23.384" v="438"/>
        <pc:sldMkLst>
          <pc:docMk/>
          <pc:sldMk cId="0" sldId="273"/>
        </pc:sldMkLst>
        <pc:spChg chg="topLvl">
          <ac:chgData name="용국 유" userId="ac351eab6f893e71" providerId="Windows Live" clId="Web-{BB2050E8-ADF7-4065-99D4-C9560E946390}" dt="2026-09-13T02:15:55.633" v="435"/>
          <ac:spMkLst>
            <pc:docMk/>
            <pc:sldMk cId="0" sldId="273"/>
            <ac:spMk id="2" creationId="{00000000-0000-0000-0000-000000000000}"/>
          </ac:spMkLst>
        </pc:spChg>
        <pc:spChg chg="del">
          <ac:chgData name="용국 유" userId="ac351eab6f893e71" providerId="Windows Live" clId="Web-{BB2050E8-ADF7-4065-99D4-C9560E946390}" dt="2026-09-13T01:50:03.601" v="250"/>
          <ac:spMkLst>
            <pc:docMk/>
            <pc:sldMk cId="0" sldId="273"/>
            <ac:spMk id="3" creationId="{00000000-0000-0000-0000-000000000000}"/>
          </ac:spMkLst>
        </pc:spChg>
        <pc:spChg chg="del">
          <ac:chgData name="용국 유" userId="ac351eab6f893e71" providerId="Windows Live" clId="Web-{BB2050E8-ADF7-4065-99D4-C9560E946390}" dt="2026-09-13T01:50:03.601" v="249"/>
          <ac:spMkLst>
            <pc:docMk/>
            <pc:sldMk cId="0" sldId="273"/>
            <ac:spMk id="4" creationId="{00000000-0000-0000-0000-000000000000}"/>
          </ac:spMkLst>
        </pc:spChg>
        <pc:spChg chg="topLvl">
          <ac:chgData name="용국 유" userId="ac351eab6f893e71" providerId="Windows Live" clId="Web-{BB2050E8-ADF7-4065-99D4-C9560E946390}" dt="2026-09-13T02:15:55.633" v="435"/>
          <ac:spMkLst>
            <pc:docMk/>
            <pc:sldMk cId="0" sldId="273"/>
            <ac:spMk id="6" creationId="{00000000-0000-0000-0000-000000000000}"/>
          </ac:spMkLst>
        </pc:spChg>
        <pc:spChg chg="topLvl">
          <ac:chgData name="용국 유" userId="ac351eab6f893e71" providerId="Windows Live" clId="Web-{BB2050E8-ADF7-4065-99D4-C9560E946390}" dt="2026-09-13T02:15:55.633" v="435"/>
          <ac:spMkLst>
            <pc:docMk/>
            <pc:sldMk cId="0" sldId="273"/>
            <ac:spMk id="11" creationId="{00000000-0000-0000-0000-000000000000}"/>
          </ac:spMkLst>
        </pc:spChg>
        <pc:spChg chg="topLvl">
          <ac:chgData name="용국 유" userId="ac351eab6f893e71" providerId="Windows Live" clId="Web-{BB2050E8-ADF7-4065-99D4-C9560E946390}" dt="2026-09-13T02:15:55.633" v="435"/>
          <ac:spMkLst>
            <pc:docMk/>
            <pc:sldMk cId="0" sldId="273"/>
            <ac:spMk id="13" creationId="{00000000-0000-0000-0000-000000000000}"/>
          </ac:spMkLst>
        </pc:spChg>
        <pc:spChg chg="topLvl">
          <ac:chgData name="용국 유" userId="ac351eab6f893e71" providerId="Windows Live" clId="Web-{BB2050E8-ADF7-4065-99D4-C9560E946390}" dt="2026-09-13T02:15:55.633" v="435"/>
          <ac:spMkLst>
            <pc:docMk/>
            <pc:sldMk cId="0" sldId="273"/>
            <ac:spMk id="17" creationId="{00000000-0000-0000-0000-000000000000}"/>
          </ac:spMkLst>
        </pc:spChg>
        <pc:spChg chg="topLvl">
          <ac:chgData name="용국 유" userId="ac351eab6f893e71" providerId="Windows Live" clId="Web-{BB2050E8-ADF7-4065-99D4-C9560E946390}" dt="2026-09-13T02:15:55.633" v="435"/>
          <ac:spMkLst>
            <pc:docMk/>
            <pc:sldMk cId="0" sldId="273"/>
            <ac:spMk id="20" creationId="{00000000-0000-0000-0000-000000000000}"/>
          </ac:spMkLst>
        </pc:spChg>
        <pc:spChg chg="topLvl">
          <ac:chgData name="용국 유" userId="ac351eab6f893e71" providerId="Windows Live" clId="Web-{BB2050E8-ADF7-4065-99D4-C9560E946390}" dt="2026-09-13T02:15:55.633" v="435"/>
          <ac:spMkLst>
            <pc:docMk/>
            <pc:sldMk cId="0" sldId="273"/>
            <ac:spMk id="21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0:14:36.707" v="14" actId="14100"/>
          <ac:spMkLst>
            <pc:docMk/>
            <pc:sldMk cId="0" sldId="273"/>
            <ac:spMk id="22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0:14:30.832" v="12" actId="14100"/>
          <ac:spMkLst>
            <pc:docMk/>
            <pc:sldMk cId="0" sldId="273"/>
            <ac:spMk id="23" creationId="{00000000-0000-0000-0000-000000000000}"/>
          </ac:spMkLst>
        </pc:spChg>
        <pc:spChg chg="mod topLvl">
          <ac:chgData name="용국 유" userId="ac351eab6f893e71" providerId="Windows Live" clId="Web-{BB2050E8-ADF7-4065-99D4-C9560E946390}" dt="2026-09-13T02:15:55.633" v="435"/>
          <ac:spMkLst>
            <pc:docMk/>
            <pc:sldMk cId="0" sldId="273"/>
            <ac:spMk id="24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0:14:15.566" v="8" actId="14100"/>
          <ac:spMkLst>
            <pc:docMk/>
            <pc:sldMk cId="0" sldId="273"/>
            <ac:spMk id="25" creationId="{00000000-0000-0000-0000-000000000000}"/>
          </ac:spMkLst>
        </pc:spChg>
        <pc:spChg chg="del mod">
          <ac:chgData name="용국 유" userId="ac351eab6f893e71" providerId="Windows Live" clId="Web-{BB2050E8-ADF7-4065-99D4-C9560E946390}" dt="2026-09-13T00:14:51.692" v="17"/>
          <ac:spMkLst>
            <pc:docMk/>
            <pc:sldMk cId="0" sldId="273"/>
            <ac:spMk id="26" creationId="{00000000-0000-0000-0000-000000000000}"/>
          </ac:spMkLst>
        </pc:spChg>
        <pc:spChg chg="add mod topLvl">
          <ac:chgData name="용국 유" userId="ac351eab6f893e71" providerId="Windows Live" clId="Web-{BB2050E8-ADF7-4065-99D4-C9560E946390}" dt="2026-09-13T02:15:55.633" v="435"/>
          <ac:spMkLst>
            <pc:docMk/>
            <pc:sldMk cId="0" sldId="273"/>
            <ac:spMk id="26" creationId="{3971AF12-E6C0-C638-1930-4981D3D1FD6D}"/>
          </ac:spMkLst>
        </pc:spChg>
        <pc:spChg chg="add del">
          <ac:chgData name="용국 유" userId="ac351eab6f893e71" providerId="Windows Live" clId="Web-{BB2050E8-ADF7-4065-99D4-C9560E946390}" dt="2026-09-13T01:48:54.083" v="246"/>
          <ac:spMkLst>
            <pc:docMk/>
            <pc:sldMk cId="0" sldId="273"/>
            <ac:spMk id="28" creationId="{EBF157EA-75CD-D0B7-4744-3862784A8844}"/>
          </ac:spMkLst>
        </pc:spChg>
        <pc:spChg chg="add del">
          <ac:chgData name="용국 유" userId="ac351eab6f893e71" providerId="Windows Live" clId="Web-{BB2050E8-ADF7-4065-99D4-C9560E946390}" dt="2026-09-13T01:49:56.475" v="248"/>
          <ac:spMkLst>
            <pc:docMk/>
            <pc:sldMk cId="0" sldId="273"/>
            <ac:spMk id="29" creationId="{48B69770-7F2A-5D33-F012-9FB94A1B1580}"/>
          </ac:spMkLst>
        </pc:spChg>
        <pc:spChg chg="add del">
          <ac:chgData name="용국 유" userId="ac351eab6f893e71" providerId="Windows Live" clId="Web-{BB2050E8-ADF7-4065-99D4-C9560E946390}" dt="2026-09-13T01:49:56.475" v="248"/>
          <ac:spMkLst>
            <pc:docMk/>
            <pc:sldMk cId="0" sldId="273"/>
            <ac:spMk id="30" creationId="{01A34630-A300-3BC1-A586-CB1A9F7D6E44}"/>
          </ac:spMkLst>
        </pc:spChg>
        <pc:spChg chg="add del">
          <ac:chgData name="용국 유" userId="ac351eab6f893e71" providerId="Windows Live" clId="Web-{BB2050E8-ADF7-4065-99D4-C9560E946390}" dt="2026-09-13T01:49:56.475" v="248"/>
          <ac:spMkLst>
            <pc:docMk/>
            <pc:sldMk cId="0" sldId="273"/>
            <ac:spMk id="31" creationId="{77022A02-39F9-CBE1-9E1C-74534D254601}"/>
          </ac:spMkLst>
        </pc:spChg>
        <pc:spChg chg="add del mod">
          <ac:chgData name="용국 유" userId="ac351eab6f893e71" providerId="Windows Live" clId="Web-{BB2050E8-ADF7-4065-99D4-C9560E946390}" dt="2026-09-13T02:10:20.451" v="349"/>
          <ac:spMkLst>
            <pc:docMk/>
            <pc:sldMk cId="0" sldId="273"/>
            <ac:spMk id="32" creationId="{86DC4F4D-D101-40A2-1066-A14D5681AA34}"/>
          </ac:spMkLst>
        </pc:spChg>
        <pc:spChg chg="add mod topLvl">
          <ac:chgData name="용국 유" userId="ac351eab6f893e71" providerId="Windows Live" clId="Web-{BB2050E8-ADF7-4065-99D4-C9560E946390}" dt="2026-09-13T02:15:55.633" v="435"/>
          <ac:spMkLst>
            <pc:docMk/>
            <pc:sldMk cId="0" sldId="273"/>
            <ac:spMk id="33" creationId="{0DEFACEB-4ECF-2F7F-D62A-2E510EF4F713}"/>
          </ac:spMkLst>
        </pc:spChg>
        <pc:spChg chg="add">
          <ac:chgData name="용국 유" userId="ac351eab6f893e71" providerId="Windows Live" clId="Web-{BB2050E8-ADF7-4065-99D4-C9560E946390}" dt="2026-09-13T01:50:05.538" v="251"/>
          <ac:spMkLst>
            <pc:docMk/>
            <pc:sldMk cId="0" sldId="273"/>
            <ac:spMk id="34" creationId="{38141E5F-F880-D84B-0EB4-40B2D7AFE4FE}"/>
          </ac:spMkLst>
        </pc:spChg>
        <pc:spChg chg="add mod">
          <ac:chgData name="용국 유" userId="ac351eab6f893e71" providerId="Windows Live" clId="Web-{BB2050E8-ADF7-4065-99D4-C9560E946390}" dt="2026-09-13T02:10:27.154" v="356" actId="20577"/>
          <ac:spMkLst>
            <pc:docMk/>
            <pc:sldMk cId="0" sldId="273"/>
            <ac:spMk id="36" creationId="{A4D38677-9A9D-7AC4-23E9-F8C8E43F1CDB}"/>
          </ac:spMkLst>
        </pc:spChg>
        <pc:grpChg chg="add">
          <ac:chgData name="용국 유" userId="ac351eab6f893e71" providerId="Windows Live" clId="Web-{BB2050E8-ADF7-4065-99D4-C9560E946390}" dt="2026-09-13T02:13:43.957" v="428"/>
          <ac:grpSpMkLst>
            <pc:docMk/>
            <pc:sldMk cId="0" sldId="273"/>
            <ac:grpSpMk id="37" creationId="{6ED09A26-96E4-38E3-A466-DD7434B876F6}"/>
          </ac:grpSpMkLst>
        </pc:grpChg>
        <pc:grpChg chg="add">
          <ac:chgData name="용국 유" userId="ac351eab6f893e71" providerId="Windows Live" clId="Web-{BB2050E8-ADF7-4065-99D4-C9560E946390}" dt="2026-09-13T02:16:23.384" v="438"/>
          <ac:grpSpMkLst>
            <pc:docMk/>
            <pc:sldMk cId="0" sldId="273"/>
            <ac:grpSpMk id="38" creationId="{ECAA5E51-3276-28F8-4244-4088171760D1}"/>
          </ac:grpSpMkLst>
        </pc:grpChg>
      </pc:sldChg>
      <pc:sldChg chg="addSp delSp modSp">
        <pc:chgData name="용국 유" userId="ac351eab6f893e71" providerId="Windows Live" clId="Web-{BB2050E8-ADF7-4065-99D4-C9560E946390}" dt="2026-09-13T02:17:45.809" v="452" actId="1076"/>
        <pc:sldMkLst>
          <pc:docMk/>
          <pc:sldMk cId="0" sldId="274"/>
        </pc:sldMkLst>
        <pc:spChg chg="add del mod ord topLvl">
          <ac:chgData name="용국 유" userId="ac351eab6f893e71" providerId="Windows Live" clId="Web-{BB2050E8-ADF7-4065-99D4-C9560E946390}" dt="2026-09-13T02:17:32.074" v="450"/>
          <ac:spMkLst>
            <pc:docMk/>
            <pc:sldMk cId="0" sldId="274"/>
            <ac:spMk id="2" creationId="{00000000-0000-0000-0000-000000000000}"/>
          </ac:spMkLst>
        </pc:spChg>
        <pc:spChg chg="add del">
          <ac:chgData name="용국 유" userId="ac351eab6f893e71" providerId="Windows Live" clId="Web-{BB2050E8-ADF7-4065-99D4-C9560E946390}" dt="2026-09-13T01:51:53.338" v="279"/>
          <ac:spMkLst>
            <pc:docMk/>
            <pc:sldMk cId="0" sldId="274"/>
            <ac:spMk id="3" creationId="{00000000-0000-0000-0000-000000000000}"/>
          </ac:spMkLst>
        </pc:spChg>
        <pc:spChg chg="add del">
          <ac:chgData name="용국 유" userId="ac351eab6f893e71" providerId="Windows Live" clId="Web-{BB2050E8-ADF7-4065-99D4-C9560E946390}" dt="2026-09-13T01:51:53.338" v="278"/>
          <ac:spMkLst>
            <pc:docMk/>
            <pc:sldMk cId="0" sldId="274"/>
            <ac:spMk id="4" creationId="{00000000-0000-0000-0000-000000000000}"/>
          </ac:spMkLst>
        </pc:spChg>
        <pc:spChg chg="topLvl">
          <ac:chgData name="용국 유" userId="ac351eab6f893e71" providerId="Windows Live" clId="Web-{BB2050E8-ADF7-4065-99D4-C9560E946390}" dt="2026-09-13T02:15:51.508" v="433"/>
          <ac:spMkLst>
            <pc:docMk/>
            <pc:sldMk cId="0" sldId="274"/>
            <ac:spMk id="5" creationId="{00000000-0000-0000-0000-000000000000}"/>
          </ac:spMkLst>
        </pc:spChg>
        <pc:spChg chg="mod topLvl">
          <ac:chgData name="용국 유" userId="ac351eab6f893e71" providerId="Windows Live" clId="Web-{BB2050E8-ADF7-4065-99D4-C9560E946390}" dt="2026-09-13T02:15:51.508" v="433"/>
          <ac:spMkLst>
            <pc:docMk/>
            <pc:sldMk cId="0" sldId="274"/>
            <ac:spMk id="7" creationId="{00000000-0000-0000-0000-000000000000}"/>
          </ac:spMkLst>
        </pc:spChg>
        <pc:spChg chg="ord">
          <ac:chgData name="용국 유" userId="ac351eab6f893e71" providerId="Windows Live" clId="Web-{BB2050E8-ADF7-4065-99D4-C9560E946390}" dt="2026-09-13T02:17:24.558" v="449"/>
          <ac:spMkLst>
            <pc:docMk/>
            <pc:sldMk cId="0" sldId="274"/>
            <ac:spMk id="8" creationId="{00000000-0000-0000-0000-000000000000}"/>
          </ac:spMkLst>
        </pc:spChg>
        <pc:spChg chg="mod ord">
          <ac:chgData name="용국 유" userId="ac351eab6f893e71" providerId="Windows Live" clId="Web-{BB2050E8-ADF7-4065-99D4-C9560E946390}" dt="2026-09-13T02:17:45.809" v="452" actId="1076"/>
          <ac:spMkLst>
            <pc:docMk/>
            <pc:sldMk cId="0" sldId="274"/>
            <ac:spMk id="9" creationId="{00000000-0000-0000-0000-000000000000}"/>
          </ac:spMkLst>
        </pc:spChg>
        <pc:spChg chg="mod topLvl">
          <ac:chgData name="용국 유" userId="ac351eab6f893e71" providerId="Windows Live" clId="Web-{BB2050E8-ADF7-4065-99D4-C9560E946390}" dt="2026-09-13T02:15:51.508" v="433"/>
          <ac:spMkLst>
            <pc:docMk/>
            <pc:sldMk cId="0" sldId="274"/>
            <ac:spMk id="11" creationId="{00000000-0000-0000-0000-000000000000}"/>
          </ac:spMkLst>
        </pc:spChg>
        <pc:spChg chg="add del">
          <ac:chgData name="용국 유" userId="ac351eab6f893e71" providerId="Windows Live" clId="Web-{BB2050E8-ADF7-4065-99D4-C9560E946390}" dt="2026-09-13T01:51:53.338" v="277"/>
          <ac:spMkLst>
            <pc:docMk/>
            <pc:sldMk cId="0" sldId="274"/>
            <ac:spMk id="12" creationId="{7AB5A6C2-72A9-9107-CD0C-C1DBC3C8F6A2}"/>
          </ac:spMkLst>
        </pc:spChg>
        <pc:spChg chg="add del">
          <ac:chgData name="용국 유" userId="ac351eab6f893e71" providerId="Windows Live" clId="Web-{BB2050E8-ADF7-4065-99D4-C9560E946390}" dt="2026-09-13T01:51:53.323" v="276"/>
          <ac:spMkLst>
            <pc:docMk/>
            <pc:sldMk cId="0" sldId="274"/>
            <ac:spMk id="13" creationId="{3EE8C7F9-8B44-47AF-123C-CE7A4BCFB440}"/>
          </ac:spMkLst>
        </pc:spChg>
        <pc:spChg chg="add del">
          <ac:chgData name="용국 유" userId="ac351eab6f893e71" providerId="Windows Live" clId="Web-{BB2050E8-ADF7-4065-99D4-C9560E946390}" dt="2026-09-13T01:51:53.323" v="275"/>
          <ac:spMkLst>
            <pc:docMk/>
            <pc:sldMk cId="0" sldId="274"/>
            <ac:spMk id="14" creationId="{876FD318-B615-6060-F0EC-94FD478670B6}"/>
          </ac:spMkLst>
        </pc:spChg>
        <pc:spChg chg="add del mod">
          <ac:chgData name="용국 유" userId="ac351eab6f893e71" providerId="Windows Live" clId="Web-{BB2050E8-ADF7-4065-99D4-C9560E946390}" dt="2026-09-13T02:10:56.546" v="358"/>
          <ac:spMkLst>
            <pc:docMk/>
            <pc:sldMk cId="0" sldId="274"/>
            <ac:spMk id="15" creationId="{1CE696DE-9B06-D9ED-FF91-A8C35337B2B1}"/>
          </ac:spMkLst>
        </pc:spChg>
        <pc:spChg chg="add mod topLvl">
          <ac:chgData name="용국 유" userId="ac351eab6f893e71" providerId="Windows Live" clId="Web-{BB2050E8-ADF7-4065-99D4-C9560E946390}" dt="2026-09-13T02:15:44.852" v="432"/>
          <ac:spMkLst>
            <pc:docMk/>
            <pc:sldMk cId="0" sldId="274"/>
            <ac:spMk id="16" creationId="{F63D6364-2291-2D96-81DD-751E23FACE00}"/>
          </ac:spMkLst>
        </pc:spChg>
        <pc:spChg chg="add topLvl">
          <ac:chgData name="용국 유" userId="ac351eab6f893e71" providerId="Windows Live" clId="Web-{BB2050E8-ADF7-4065-99D4-C9560E946390}" dt="2026-09-13T02:15:44.852" v="432"/>
          <ac:spMkLst>
            <pc:docMk/>
            <pc:sldMk cId="0" sldId="274"/>
            <ac:spMk id="17" creationId="{F8F1FD2E-6387-188D-29F8-B80C51D9C47D}"/>
          </ac:spMkLst>
        </pc:spChg>
        <pc:spChg chg="add mod topLvl">
          <ac:chgData name="용국 유" userId="ac351eab6f893e71" providerId="Windows Live" clId="Web-{BB2050E8-ADF7-4065-99D4-C9560E946390}" dt="2026-09-13T02:15:44.852" v="432"/>
          <ac:spMkLst>
            <pc:docMk/>
            <pc:sldMk cId="0" sldId="274"/>
            <ac:spMk id="19" creationId="{EE5BE269-4ED5-C6C0-1F8B-026DC4ED9E14}"/>
          </ac:spMkLst>
        </pc:spChg>
        <pc:grpChg chg="add del topLvl">
          <ac:chgData name="용국 유" userId="ac351eab6f893e71" providerId="Windows Live" clId="Web-{BB2050E8-ADF7-4065-99D4-C9560E946390}" dt="2026-09-13T02:15:51.508" v="433"/>
          <ac:grpSpMkLst>
            <pc:docMk/>
            <pc:sldMk cId="0" sldId="274"/>
            <ac:grpSpMk id="20" creationId="{EE09F9B4-F75D-EBB2-2C9A-4045456DCB4C}"/>
          </ac:grpSpMkLst>
        </pc:grpChg>
        <pc:grpChg chg="add del">
          <ac:chgData name="용국 유" userId="ac351eab6f893e71" providerId="Windows Live" clId="Web-{BB2050E8-ADF7-4065-99D4-C9560E946390}" dt="2026-09-13T02:15:44.852" v="432"/>
          <ac:grpSpMkLst>
            <pc:docMk/>
            <pc:sldMk cId="0" sldId="274"/>
            <ac:grpSpMk id="21" creationId="{84342DB9-A581-CF78-3831-BEAE316B79A5}"/>
          </ac:grpSpMkLst>
        </pc:grpChg>
        <pc:graphicFrameChg chg="mod ord">
          <ac:chgData name="용국 유" userId="ac351eab6f893e71" providerId="Windows Live" clId="Web-{BB2050E8-ADF7-4065-99D4-C9560E946390}" dt="2026-09-13T02:17:42.590" v="451" actId="1076"/>
          <ac:graphicFrameMkLst>
            <pc:docMk/>
            <pc:sldMk cId="0" sldId="274"/>
            <ac:graphicFrameMk id="10" creationId="{00000000-0000-0000-0000-000000000000}"/>
          </ac:graphicFrameMkLst>
        </pc:graphicFrameChg>
        <pc:picChg chg="topLvl">
          <ac:chgData name="용국 유" userId="ac351eab6f893e71" providerId="Windows Live" clId="Web-{BB2050E8-ADF7-4065-99D4-C9560E946390}" dt="2026-09-13T02:15:51.508" v="433"/>
          <ac:picMkLst>
            <pc:docMk/>
            <pc:sldMk cId="0" sldId="274"/>
            <ac:picMk id="6" creationId="{00000000-0000-0000-0000-000000000000}"/>
          </ac:picMkLst>
        </pc:picChg>
      </pc:sldChg>
      <pc:sldChg chg="addSp modSp add">
        <pc:chgData name="용국 유" userId="ac351eab6f893e71" providerId="Windows Live" clId="Web-{BB2050E8-ADF7-4065-99D4-C9560E946390}" dt="2026-09-13T02:13:24.222" v="423"/>
        <pc:sldMkLst>
          <pc:docMk/>
          <pc:sldMk cId="255405844" sldId="275"/>
        </pc:sldMkLst>
        <pc:spChg chg="mod">
          <ac:chgData name="용국 유" userId="ac351eab6f893e71" providerId="Windows Live" clId="Web-{BB2050E8-ADF7-4065-99D4-C9560E946390}" dt="2026-09-13T01:34:16.727" v="130" actId="1076"/>
          <ac:spMkLst>
            <pc:docMk/>
            <pc:sldMk cId="255405844" sldId="275"/>
            <ac:spMk id="13" creationId="{00000000-0000-0000-0000-000000000000}"/>
          </ac:spMkLst>
        </pc:spChg>
        <pc:grpChg chg="add">
          <ac:chgData name="용국 유" userId="ac351eab6f893e71" providerId="Windows Live" clId="Web-{BB2050E8-ADF7-4065-99D4-C9560E946390}" dt="2026-09-13T02:13:24.222" v="423"/>
          <ac:grpSpMkLst>
            <pc:docMk/>
            <pc:sldMk cId="255405844" sldId="275"/>
            <ac:grpSpMk id="15" creationId="{4005EE33-85E5-1AB7-C8AF-80B423B22C8E}"/>
          </ac:grpSpMkLst>
        </pc:grpChg>
      </pc:sldChg>
      <pc:sldChg chg="addSp modSp add">
        <pc:chgData name="용국 유" userId="ac351eab6f893e71" providerId="Windows Live" clId="Web-{BB2050E8-ADF7-4065-99D4-C9560E946390}" dt="2026-09-13T02:13:28.910" v="424"/>
        <pc:sldMkLst>
          <pc:docMk/>
          <pc:sldMk cId="3016032156" sldId="276"/>
        </pc:sldMkLst>
        <pc:spChg chg="mod">
          <ac:chgData name="용국 유" userId="ac351eab6f893e71" providerId="Windows Live" clId="Web-{BB2050E8-ADF7-4065-99D4-C9560E946390}" dt="2026-09-13T01:39:39.519" v="164" actId="14100"/>
          <ac:spMkLst>
            <pc:docMk/>
            <pc:sldMk cId="3016032156" sldId="276"/>
            <ac:spMk id="6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36:43.106" v="157" actId="20577"/>
          <ac:spMkLst>
            <pc:docMk/>
            <pc:sldMk cId="3016032156" sldId="276"/>
            <ac:spMk id="10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40:52.662" v="176" actId="1076"/>
          <ac:spMkLst>
            <pc:docMk/>
            <pc:sldMk cId="3016032156" sldId="276"/>
            <ac:spMk id="11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40:50.052" v="175" actId="1076"/>
          <ac:spMkLst>
            <pc:docMk/>
            <pc:sldMk cId="3016032156" sldId="276"/>
            <ac:spMk id="12" creationId="{00000000-0000-0000-0000-000000000000}"/>
          </ac:spMkLst>
        </pc:spChg>
        <pc:spChg chg="add mod">
          <ac:chgData name="용국 유" userId="ac351eab6f893e71" providerId="Windows Live" clId="Web-{BB2050E8-ADF7-4065-99D4-C9560E946390}" dt="2026-09-13T01:39:58.410" v="168" actId="1076"/>
          <ac:spMkLst>
            <pc:docMk/>
            <pc:sldMk cId="3016032156" sldId="276"/>
            <ac:spMk id="15" creationId="{483E66B6-6446-A818-F3AB-4A8DD2B1B61A}"/>
          </ac:spMkLst>
        </pc:spChg>
        <pc:grpChg chg="add mod">
          <ac:chgData name="용국 유" userId="ac351eab6f893e71" providerId="Windows Live" clId="Web-{BB2050E8-ADF7-4065-99D4-C9560E946390}" dt="2026-09-13T01:40:24.317" v="172" actId="14100"/>
          <ac:grpSpMkLst>
            <pc:docMk/>
            <pc:sldMk cId="3016032156" sldId="276"/>
            <ac:grpSpMk id="16" creationId="{E8395D90-77C9-5AF5-433C-966C74C8CF00}"/>
          </ac:grpSpMkLst>
        </pc:grpChg>
        <pc:grpChg chg="add">
          <ac:chgData name="용국 유" userId="ac351eab6f893e71" providerId="Windows Live" clId="Web-{BB2050E8-ADF7-4065-99D4-C9560E946390}" dt="2026-09-13T02:13:28.910" v="424"/>
          <ac:grpSpMkLst>
            <pc:docMk/>
            <pc:sldMk cId="3016032156" sldId="276"/>
            <ac:grpSpMk id="17" creationId="{94771D48-2C44-30C3-F318-33CFB0DB0F5F}"/>
          </ac:grpSpMkLst>
        </pc:grpChg>
        <pc:picChg chg="mod">
          <ac:chgData name="용국 유" userId="ac351eab6f893e71" providerId="Windows Live" clId="Web-{BB2050E8-ADF7-4065-99D4-C9560E946390}" dt="2026-09-13T01:41:10.725" v="178" actId="1076"/>
          <ac:picMkLst>
            <pc:docMk/>
            <pc:sldMk cId="3016032156" sldId="276"/>
            <ac:picMk id="7" creationId="{00000000-0000-0000-0000-000000000000}"/>
          </ac:picMkLst>
        </pc:picChg>
      </pc:sldChg>
      <pc:sldChg chg="addSp delSp modSp add">
        <pc:chgData name="용국 유" userId="ac351eab6f893e71" providerId="Windows Live" clId="Web-{BB2050E8-ADF7-4065-99D4-C9560E946390}" dt="2026-09-13T02:19:25.499" v="458"/>
        <pc:sldMkLst>
          <pc:docMk/>
          <pc:sldMk cId="1623098149" sldId="277"/>
        </pc:sldMkLst>
        <pc:spChg chg="del mod">
          <ac:chgData name="용국 유" userId="ac351eab6f893e71" providerId="Windows Live" clId="Web-{BB2050E8-ADF7-4065-99D4-C9560E946390}" dt="2026-09-13T02:11:24.922" v="373"/>
          <ac:spMkLst>
            <pc:docMk/>
            <pc:sldMk cId="1623098149" sldId="277"/>
            <ac:spMk id="3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2:11:33.625" v="383" actId="1076"/>
          <ac:spMkLst>
            <pc:docMk/>
            <pc:sldMk cId="1623098149" sldId="277"/>
            <ac:spMk id="4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1:55:57.440" v="319" actId="14100"/>
          <ac:spMkLst>
            <pc:docMk/>
            <pc:sldMk cId="1623098149" sldId="277"/>
            <ac:spMk id="10" creationId="{00000000-0000-0000-0000-000000000000}"/>
          </ac:spMkLst>
        </pc:spChg>
        <pc:spChg chg="add mod">
          <ac:chgData name="용국 유" userId="ac351eab6f893e71" providerId="Windows Live" clId="Web-{BB2050E8-ADF7-4065-99D4-C9560E946390}" dt="2026-09-13T02:11:29.578" v="382" actId="20577"/>
          <ac:spMkLst>
            <pc:docMk/>
            <pc:sldMk cId="1623098149" sldId="277"/>
            <ac:spMk id="15" creationId="{87839742-0995-2CFE-6B78-2F81665DEB1E}"/>
          </ac:spMkLst>
        </pc:spChg>
        <pc:grpChg chg="add">
          <ac:chgData name="용국 유" userId="ac351eab6f893e71" providerId="Windows Live" clId="Web-{BB2050E8-ADF7-4065-99D4-C9560E946390}" dt="2026-09-13T02:19:25.499" v="458"/>
          <ac:grpSpMkLst>
            <pc:docMk/>
            <pc:sldMk cId="1623098149" sldId="277"/>
            <ac:grpSpMk id="16" creationId="{7F7BFE2F-794C-FD2D-F62A-0C116102BE45}"/>
          </ac:grpSpMkLst>
        </pc:grpChg>
      </pc:sldChg>
      <pc:sldChg chg="addSp delSp modSp add">
        <pc:chgData name="용국 유" userId="ac351eab6f893e71" providerId="Windows Live" clId="Web-{BB2050E8-ADF7-4065-99D4-C9560E946390}" dt="2026-09-13T02:19:36.531" v="460"/>
        <pc:sldMkLst>
          <pc:docMk/>
          <pc:sldMk cId="1619686043" sldId="278"/>
        </pc:sldMkLst>
        <pc:spChg chg="del mod">
          <ac:chgData name="용국 유" userId="ac351eab6f893e71" providerId="Windows Live" clId="Web-{BB2050E8-ADF7-4065-99D4-C9560E946390}" dt="2026-09-13T02:12:09.064" v="393"/>
          <ac:spMkLst>
            <pc:docMk/>
            <pc:sldMk cId="1619686043" sldId="278"/>
            <ac:spMk id="3" creationId="{00000000-0000-0000-0000-000000000000}"/>
          </ac:spMkLst>
        </pc:spChg>
        <pc:spChg chg="mod">
          <ac:chgData name="용국 유" userId="ac351eab6f893e71" providerId="Windows Live" clId="Web-{BB2050E8-ADF7-4065-99D4-C9560E946390}" dt="2026-09-13T02:12:19.064" v="401" actId="1076"/>
          <ac:spMkLst>
            <pc:docMk/>
            <pc:sldMk cId="1619686043" sldId="278"/>
            <ac:spMk id="4" creationId="{00000000-0000-0000-0000-000000000000}"/>
          </ac:spMkLst>
        </pc:spChg>
        <pc:spChg chg="add mod">
          <ac:chgData name="용국 유" userId="ac351eab6f893e71" providerId="Windows Live" clId="Web-{BB2050E8-ADF7-4065-99D4-C9560E946390}" dt="2026-09-13T02:12:13.798" v="400" actId="20577"/>
          <ac:spMkLst>
            <pc:docMk/>
            <pc:sldMk cId="1619686043" sldId="278"/>
            <ac:spMk id="20" creationId="{68273C6F-A0AC-FBC2-2D8D-394C20B62842}"/>
          </ac:spMkLst>
        </pc:spChg>
        <pc:grpChg chg="add">
          <ac:chgData name="용국 유" userId="ac351eab6f893e71" providerId="Windows Live" clId="Web-{BB2050E8-ADF7-4065-99D4-C9560E946390}" dt="2026-09-13T02:19:36.531" v="460"/>
          <ac:grpSpMkLst>
            <pc:docMk/>
            <pc:sldMk cId="1619686043" sldId="278"/>
            <ac:grpSpMk id="21" creationId="{E4E03853-760B-9E2E-E68C-81837EA99C8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2C216-52BF-48C1-B976-8A343E068AD1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7A365E-266A-46C4-9ED3-03D5A5CDF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947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A365E-266A-46C4-9ED3-03D5A5CDF51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169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3ED6802E-0434-2642-D2EA-EC32A284CEAF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17274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685800" y="640080"/>
              <a:ext cx="3246120" cy="347472"/>
            </a:xfrm>
            <a:prstGeom prst="roundRect">
              <a:avLst/>
            </a:prstGeom>
            <a:solidFill>
              <a:srgbClr val="273A59"/>
            </a:solidFill>
            <a:ln w="12700">
              <a:solidFill>
                <a:srgbClr val="273A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85800" y="649224"/>
              <a:ext cx="3246120" cy="292608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950" b="1">
                  <a:solidFill>
                    <a:srgbClr val="FFFFFF"/>
                  </a:solidFill>
                  <a:latin typeface="Malgun Gothic"/>
                </a:rPr>
                <a:t>DATA ANALYTICS · MACHINE LEARNING · TOURISM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13232" y="1234440"/>
              <a:ext cx="4578497" cy="10464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lang="en-US" altLang="ko-KR" sz="3100" b="1" dirty="0">
                  <a:solidFill>
                    <a:srgbClr val="FFFFFF"/>
                  </a:solidFill>
                  <a:latin typeface="Malgun Gothic"/>
                </a:rPr>
                <a:t>ML </a:t>
              </a:r>
              <a:r>
                <a:rPr lang="ko-KR" altLang="en-US" sz="3100" b="1" dirty="0">
                  <a:solidFill>
                    <a:srgbClr val="FFFFFF"/>
                  </a:solidFill>
                  <a:latin typeface="Malgun Gothic"/>
                </a:rPr>
                <a:t>기반 일본 지역 별
외국인 </a:t>
              </a:r>
              <a:r>
                <a:rPr lang="ko-KR" altLang="en-US" sz="3100" b="1" dirty="0" err="1">
                  <a:solidFill>
                    <a:srgbClr val="FFFFFF"/>
                  </a:solidFill>
                  <a:latin typeface="Malgun Gothic"/>
                </a:rPr>
                <a:t>숙박객</a:t>
              </a:r>
              <a:r>
                <a:rPr lang="ko-KR" altLang="en-US" sz="3100" b="1" dirty="0">
                  <a:solidFill>
                    <a:srgbClr val="FFFFFF"/>
                  </a:solidFill>
                  <a:latin typeface="Malgun Gothic"/>
                </a:rPr>
                <a:t> 수요 예측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31520" y="2991573"/>
              <a:ext cx="4937760" cy="45720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500" b="1" dirty="0">
                  <a:solidFill>
                    <a:srgbClr val="AACDFF"/>
                  </a:solidFill>
                  <a:latin typeface="Malgun Gothic"/>
                </a:rPr>
                <a:t>Random Forest + Lag Features + SHAP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20" y="3429000"/>
              <a:ext cx="5486400" cy="91440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400" b="0">
                  <a:solidFill>
                    <a:srgbClr val="E0E8F3"/>
                  </a:solidFill>
                  <a:latin typeface="Malgun Gothic"/>
                </a:rPr>
                <a:t>2023–2025 관광·숙박·기상 데이터를 결합해
2025년 지역별 외국인 숙박 수요를 예측하고 영향요인을 설명</a:t>
              </a:r>
            </a:p>
          </p:txBody>
        </p:sp>
        <p:pic>
          <p:nvPicPr>
            <p:cNvPr id="8" name="Picture 7" descr="8c2dbde4-d525-4516-8b14-f0dd53688ce4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4852" y="657225"/>
              <a:ext cx="4777361" cy="2377440"/>
            </a:xfrm>
            <a:prstGeom prst="rect">
              <a:avLst/>
            </a:prstGeom>
          </p:spPr>
        </p:pic>
        <p:pic>
          <p:nvPicPr>
            <p:cNvPr id="9" name="Picture 8" descr="3593ee52-7a5b-425b-83f6-59fac61d9e0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78169" y="3108961"/>
              <a:ext cx="2206815" cy="3246119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731520" y="6080760"/>
              <a:ext cx="201168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000" b="0">
                  <a:solidFill>
                    <a:srgbClr val="B4C3D8"/>
                  </a:solidFill>
                  <a:latin typeface="Malgun Gothic"/>
                </a:rPr>
                <a:t>Portfolio Project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C2F1689-F851-4F4B-B2DF-3520F9D0F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94420" y="3108961"/>
              <a:ext cx="2457793" cy="32461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5EFE95D-2C49-4004-9FD8-799B09E23A6E}"/>
                </a:ext>
              </a:extLst>
            </p:cNvPr>
            <p:cNvSpPr txBox="1"/>
            <p:nvPr/>
          </p:nvSpPr>
          <p:spPr>
            <a:xfrm>
              <a:off x="756234" y="2183156"/>
              <a:ext cx="3792961" cy="584775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lang="en-US" altLang="ko-KR" sz="1600" dirty="0">
                  <a:solidFill>
                    <a:schemeClr val="bg1"/>
                  </a:solidFill>
                </a:rPr>
                <a:t>Predicting Japan Inbound Tourism Demand </a:t>
              </a:r>
            </a:p>
            <a:p>
              <a:pPr algn="l"/>
              <a:r>
                <a:rPr lang="en-US" altLang="ko-KR" sz="1600" dirty="0">
                  <a:solidFill>
                    <a:schemeClr val="bg1"/>
                  </a:solidFill>
                </a:rPr>
                <a:t>with Machine Learning</a:t>
              </a:r>
              <a:endParaRPr sz="1500" b="1" dirty="0">
                <a:solidFill>
                  <a:schemeClr val="bg1"/>
                </a:solidFill>
                <a:latin typeface="Malgun Gothic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0A39414C-DBC2-868A-63D5-107345A14E29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48640" y="384048"/>
              <a:ext cx="45720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000" b="1">
                  <a:solidFill>
                    <a:srgbClr val="315CA4"/>
                  </a:solidFill>
                  <a:latin typeface="Malgun Gothic"/>
                </a:rPr>
                <a:t>02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05840" y="292608"/>
              <a:ext cx="10698480" cy="5943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2500" b="1">
                  <a:solidFill>
                    <a:srgbClr val="172741"/>
                  </a:solidFill>
                  <a:latin typeface="Malgun Gothic"/>
                </a:rPr>
                <a:t>프로젝트 한눈에 보기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05840" y="841248"/>
              <a:ext cx="1024128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050" b="0">
                  <a:solidFill>
                    <a:srgbClr val="647080"/>
                  </a:solidFill>
                  <a:latin typeface="Malgun Gothic"/>
                </a:rPr>
                <a:t>문제 정의 → 데이터 결합 → 예측 → 설명 가능성 → 서비스 UI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08760"/>
              <a:ext cx="2514600" cy="14173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4671" y="1664208"/>
              <a:ext cx="219456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00" b="1">
                  <a:solidFill>
                    <a:srgbClr val="315CA4"/>
                  </a:solidFill>
                  <a:latin typeface="Malgun Gothic"/>
                </a:rPr>
                <a:t>문제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1094" y="1982373"/>
              <a:ext cx="2004378" cy="78483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ko-KR" altLang="en-US" sz="1500" b="1" dirty="0">
                  <a:solidFill>
                    <a:srgbClr val="172741"/>
                  </a:solidFill>
                  <a:latin typeface="Malgun Gothic"/>
                  <a:ea typeface="Malgun Gothic"/>
                </a:rPr>
                <a:t>지역별 </a:t>
              </a:r>
              <a:endParaRPr lang="ko-KR" altLang="en-US" sz="1500">
                <a:solidFill>
                  <a:srgbClr val="000000"/>
                </a:solidFill>
                <a:latin typeface="Malgun Gothic"/>
                <a:ea typeface="Malgun Gothic"/>
              </a:endParaRPr>
            </a:p>
            <a:p>
              <a:r>
                <a:rPr lang="ko-KR" altLang="en-US" sz="1500" b="1" dirty="0">
                  <a:solidFill>
                    <a:srgbClr val="172741"/>
                  </a:solidFill>
                  <a:latin typeface="Malgun Gothic"/>
                  <a:ea typeface="Malgun Gothic"/>
                </a:rPr>
                <a:t>외국인 숙박 수요를</a:t>
              </a:r>
              <a:br>
                <a:rPr lang="ko-KR" altLang="en-US" sz="1500" b="1" dirty="0">
                  <a:solidFill>
                    <a:srgbClr val="172741"/>
                  </a:solidFill>
                  <a:latin typeface="Malgun Gothic"/>
                  <a:ea typeface="Malgun Gothic"/>
                </a:rPr>
              </a:br>
              <a:r>
                <a:rPr lang="ko-KR" altLang="en-US" sz="1500" b="1" dirty="0">
                  <a:solidFill>
                    <a:srgbClr val="172741"/>
                  </a:solidFill>
                  <a:latin typeface="Malgun Gothic"/>
                  <a:ea typeface="Malgun Gothic"/>
                </a:rPr>
                <a:t>월 단위로 예측</a:t>
              </a:r>
              <a:endParaRPr lang="ko-KR" altLang="en-US" sz="1500" dirty="0">
                <a:solidFill>
                  <a:srgbClr val="000000"/>
                </a:solidFill>
                <a:latin typeface="Malgun Gothic"/>
                <a:ea typeface="Malgun Gothic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456432" y="1508760"/>
              <a:ext cx="2514600" cy="14173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21024" y="1664208"/>
              <a:ext cx="219456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00" b="1">
                  <a:solidFill>
                    <a:srgbClr val="315CA4"/>
                  </a:solidFill>
                  <a:latin typeface="Malgun Gothic"/>
                </a:rPr>
                <a:t>데이터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35347" y="1982373"/>
              <a:ext cx="2169041" cy="7945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500" b="1" dirty="0" err="1">
                  <a:solidFill>
                    <a:srgbClr val="172741"/>
                  </a:solidFill>
                  <a:latin typeface="Malgun Gothic"/>
                </a:rPr>
                <a:t>숙박통계</a:t>
              </a:r>
              <a:r>
                <a:rPr sz="1500" b="1" dirty="0">
                  <a:solidFill>
                    <a:srgbClr val="172741"/>
                  </a:solidFill>
                  <a:latin typeface="Malgun Gothic"/>
                </a:rPr>
                <a:t> + JNTO + JMA
2023–2025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72784" y="1508760"/>
              <a:ext cx="2514600" cy="14173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37376" y="1664208"/>
              <a:ext cx="219456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00" b="1">
                  <a:solidFill>
                    <a:srgbClr val="315CA4"/>
                  </a:solidFill>
                  <a:latin typeface="Malgun Gothic"/>
                </a:rPr>
                <a:t>모델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33753" y="1982373"/>
              <a:ext cx="2204933" cy="55399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500" b="1">
                  <a:solidFill>
                    <a:srgbClr val="172741"/>
                  </a:solidFill>
                  <a:latin typeface="Malgun Gothic"/>
                </a:rPr>
                <a:t>Random Forest
전월 Lag 특징 사용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089136" y="1508760"/>
              <a:ext cx="2514600" cy="14173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253728" y="1664208"/>
              <a:ext cx="219456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00" b="1">
                  <a:solidFill>
                    <a:srgbClr val="315CA4"/>
                  </a:solidFill>
                  <a:latin typeface="Malgun Gothic"/>
                </a:rPr>
                <a:t>검증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257258" y="1982373"/>
              <a:ext cx="2024548" cy="55399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500" b="1">
                  <a:solidFill>
                    <a:srgbClr val="172741"/>
                  </a:solidFill>
                  <a:latin typeface="Malgun Gothic"/>
                </a:rPr>
                <a:t>2023–2024 학습
2025 테스트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40080" y="3246120"/>
              <a:ext cx="10972800" cy="23317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68680" y="3456432"/>
              <a:ext cx="228600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400" b="1" dirty="0" err="1">
                  <a:solidFill>
                    <a:srgbClr val="172741"/>
                  </a:solidFill>
                  <a:latin typeface="Malgun Gothic"/>
                </a:rPr>
                <a:t>핵심</a:t>
              </a:r>
              <a:r>
                <a:rPr sz="1400" b="1" dirty="0">
                  <a:solidFill>
                    <a:srgbClr val="172741"/>
                  </a:solidFill>
                  <a:latin typeface="Malgun Gothic"/>
                </a:rPr>
                <a:t> </a:t>
              </a:r>
              <a:r>
                <a:rPr sz="1400" b="1" dirty="0" err="1">
                  <a:solidFill>
                    <a:srgbClr val="172741"/>
                  </a:solidFill>
                  <a:latin typeface="Malgun Gothic"/>
                </a:rPr>
                <a:t>설계</a:t>
              </a:r>
              <a:r>
                <a:rPr sz="1400" b="1" dirty="0">
                  <a:solidFill>
                    <a:srgbClr val="172741"/>
                  </a:solidFill>
                  <a:latin typeface="Malgun Gothic"/>
                </a:rPr>
                <a:t> </a:t>
              </a:r>
              <a:r>
                <a:rPr sz="1400" b="1" dirty="0" err="1">
                  <a:solidFill>
                    <a:srgbClr val="172741"/>
                  </a:solidFill>
                  <a:latin typeface="Malgun Gothic"/>
                </a:rPr>
                <a:t>포인트</a:t>
              </a:r>
              <a:endParaRPr sz="1400" b="1" dirty="0">
                <a:solidFill>
                  <a:srgbClr val="172741"/>
                </a:solidFill>
                <a:latin typeface="Malgun Gothic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14400" y="3817815"/>
              <a:ext cx="10548645" cy="170559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spcAft>
                  <a:spcPts val="500"/>
                </a:spcAft>
                <a:defRPr sz="1400">
                  <a:solidFill>
                    <a:srgbClr val="28303D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lang="en-US" dirty="0"/>
                <a:t> </a:t>
              </a:r>
              <a:r>
                <a:rPr lang="ko-KR" altLang="en-US" dirty="0">
                  <a:effectLst/>
                  <a:ea typeface="맑은 고딕"/>
                </a:rPr>
                <a:t>일본 </a:t>
              </a:r>
              <a:r>
                <a:rPr lang="en-US" altLang="ko-KR" dirty="0">
                  <a:effectLst/>
                  <a:ea typeface="맑은 고딕"/>
                </a:rPr>
                <a:t>47</a:t>
              </a:r>
              <a:r>
                <a:rPr lang="ko-KR" altLang="en-US" dirty="0">
                  <a:effectLst/>
                  <a:ea typeface="맑은 고딕"/>
                </a:rPr>
                <a:t>개 도도부현의 외국인 숙박객 수를 예측하고</a:t>
              </a:r>
              <a:r>
                <a:rPr lang="en-US" altLang="ko-KR" dirty="0">
                  <a:effectLst/>
                  <a:ea typeface="맑은 고딕"/>
                </a:rPr>
                <a:t>, </a:t>
              </a:r>
              <a:r>
                <a:rPr lang="ko-KR" altLang="en-US" dirty="0">
                  <a:effectLst/>
                  <a:ea typeface="맑은 고딕"/>
                </a:rPr>
                <a:t>어떤 요인이 관광객 증가에 영향을 주는지 </a:t>
              </a:r>
              <a:endParaRPr lang="en-US" altLang="ko-KR" dirty="0">
                <a:effectLst/>
                <a:ea typeface="맑은 고딕"/>
              </a:endParaRPr>
            </a:p>
            <a:p>
              <a:pPr>
                <a:spcAft>
                  <a:spcPts val="500"/>
                </a:spcAft>
                <a:defRPr sz="1400">
                  <a:solidFill>
                    <a:srgbClr val="28303D"/>
                  </a:solidFill>
                  <a:latin typeface="Malgun Gothic"/>
                </a:defRPr>
              </a:pPr>
              <a:r>
                <a:rPr lang="en-US" altLang="ko-KR" dirty="0"/>
                <a:t>    </a:t>
              </a:r>
              <a:r>
                <a:rPr lang="en-US" altLang="ko-KR" dirty="0">
                  <a:effectLst/>
                </a:rPr>
                <a:t>SHAP(AI</a:t>
              </a:r>
              <a:r>
                <a:rPr lang="ko-KR" altLang="en-US" dirty="0">
                  <a:effectLst/>
                </a:rPr>
                <a:t>의 판단 근거를 보여주는 도구</a:t>
              </a:r>
              <a:r>
                <a:rPr lang="en-US" altLang="ko-KR" dirty="0">
                  <a:effectLst/>
                </a:rPr>
                <a:t>)</a:t>
              </a:r>
              <a:r>
                <a:rPr lang="ko-KR" altLang="en-US" dirty="0">
                  <a:effectLst/>
                </a:rPr>
                <a:t>로 설명하고 실제 모델에 적용해 본다</a:t>
              </a:r>
              <a:r>
                <a:rPr lang="en-US" altLang="ko-KR" dirty="0">
                  <a:effectLst/>
                </a:rPr>
                <a:t>.”</a:t>
              </a:r>
              <a:endParaRPr dirty="0"/>
            </a:p>
            <a:p>
              <a:pPr>
                <a:spcAft>
                  <a:spcPts val="500"/>
                </a:spcAft>
                <a:defRPr sz="1400">
                  <a:solidFill>
                    <a:srgbClr val="28303D"/>
                  </a:solidFill>
                  <a:latin typeface="Malgun Gothic"/>
                </a:defRPr>
              </a:pPr>
              <a:r>
                <a:rPr lang="en-US" altLang="ko-KR" dirty="0">
                  <a:solidFill>
                    <a:srgbClr val="28303D"/>
                  </a:solidFill>
                  <a:ea typeface="Malgun Gothic"/>
                </a:rPr>
                <a:t>• </a:t>
              </a:r>
              <a:r>
                <a:rPr lang="ko-KR" altLang="en-US" dirty="0">
                  <a:solidFill>
                    <a:srgbClr val="2D3644"/>
                  </a:solidFill>
                  <a:ea typeface="Malgun Gothic"/>
                </a:rPr>
                <a:t>목표변수의</a:t>
              </a:r>
              <a:r>
                <a:rPr lang="en-US" dirty="0">
                  <a:solidFill>
                    <a:srgbClr val="2D3644"/>
                  </a:solidFill>
                  <a:ea typeface="Malgun Gothic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Malgun Gothic"/>
                </a:rPr>
                <a:t>일부가</a:t>
              </a:r>
              <a:r>
                <a:rPr lang="en-US" dirty="0">
                  <a:solidFill>
                    <a:srgbClr val="2D3644"/>
                  </a:solidFill>
                  <a:ea typeface="Malgun Gothic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Malgun Gothic"/>
                </a:rPr>
                <a:t>되는</a:t>
              </a:r>
              <a:r>
                <a:rPr lang="en-US" dirty="0">
                  <a:solidFill>
                    <a:srgbClr val="2D3644"/>
                  </a:solidFill>
                  <a:ea typeface="Malgun Gothic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Malgun Gothic"/>
                </a:rPr>
                <a:t>지역별</a:t>
              </a:r>
              <a:r>
                <a:rPr lang="en-US" dirty="0">
                  <a:solidFill>
                    <a:srgbClr val="2D3644"/>
                  </a:solidFill>
                  <a:ea typeface="Malgun Gothic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Malgun Gothic"/>
                </a:rPr>
                <a:t>국적</a:t>
              </a:r>
              <a:r>
                <a:rPr lang="en-US" dirty="0">
                  <a:solidFill>
                    <a:srgbClr val="2D3644"/>
                  </a:solidFill>
                  <a:ea typeface="Malgun Gothic"/>
                </a:rPr>
                <a:t> </a:t>
              </a:r>
              <a:r>
                <a:rPr lang="ko-KR" altLang="en-US" dirty="0" err="1">
                  <a:solidFill>
                    <a:srgbClr val="2D3644"/>
                  </a:solidFill>
                  <a:ea typeface="Malgun Gothic"/>
                </a:rPr>
                <a:t>숙박값은</a:t>
              </a:r>
              <a:r>
                <a:rPr lang="en-US" dirty="0">
                  <a:solidFill>
                    <a:srgbClr val="2D3644"/>
                  </a:solidFill>
                </a:rPr>
                <a:t> Target Leakage</a:t>
              </a:r>
              <a:r>
                <a:rPr lang="en-US" altLang="ko-KR" dirty="0">
                  <a:solidFill>
                    <a:srgbClr val="2D3644"/>
                  </a:solidFill>
                  <a:ea typeface="Malgun Gothic"/>
                </a:rPr>
                <a:t>(</a:t>
              </a:r>
              <a:r>
                <a:rPr lang="en-US" altLang="ko-KR" dirty="0" err="1">
                  <a:solidFill>
                    <a:srgbClr val="2D3644"/>
                  </a:solidFill>
                  <a:ea typeface="Malgun Gothic"/>
                </a:rPr>
                <a:t>타깃</a:t>
              </a:r>
              <a:r>
                <a:rPr lang="en-US" altLang="ko-KR" dirty="0">
                  <a:solidFill>
                    <a:srgbClr val="2D3644"/>
                  </a:solidFill>
                  <a:ea typeface="Malgun Gothic"/>
                </a:rPr>
                <a:t> </a:t>
              </a:r>
              <a:r>
                <a:rPr lang="en-US" altLang="ko-KR" dirty="0" err="1">
                  <a:solidFill>
                    <a:srgbClr val="2D3644"/>
                  </a:solidFill>
                  <a:ea typeface="Malgun Gothic"/>
                </a:rPr>
                <a:t>누수</a:t>
              </a:r>
              <a:r>
                <a:rPr lang="en-US" altLang="ko-KR" dirty="0">
                  <a:solidFill>
                    <a:srgbClr val="2D3644"/>
                  </a:solidFill>
                  <a:ea typeface="Malgun Gothic"/>
                </a:rPr>
                <a:t>)</a:t>
              </a:r>
              <a:r>
                <a:rPr lang="ko-KR" altLang="en-US" dirty="0" err="1">
                  <a:solidFill>
                    <a:srgbClr val="2D3644"/>
                  </a:solidFill>
                  <a:ea typeface="Malgun Gothic"/>
                </a:rPr>
                <a:t>를</a:t>
              </a:r>
              <a:r>
                <a:rPr lang="en-US" dirty="0">
                  <a:solidFill>
                    <a:srgbClr val="2D3644"/>
                  </a:solidFill>
                  <a:ea typeface="Malgun Gothic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Malgun Gothic"/>
                </a:rPr>
                <a:t>일으킬</a:t>
              </a:r>
              <a:r>
                <a:rPr lang="en-US" dirty="0">
                  <a:solidFill>
                    <a:srgbClr val="2D3644"/>
                  </a:solidFill>
                  <a:ea typeface="Malgun Gothic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Malgun Gothic"/>
                </a:rPr>
                <a:t>수</a:t>
              </a:r>
              <a:r>
                <a:rPr lang="en-US" dirty="0">
                  <a:solidFill>
                    <a:srgbClr val="2D3644"/>
                  </a:solidFill>
                  <a:ea typeface="Malgun Gothic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Malgun Gothic"/>
                </a:rPr>
                <a:t>있어</a:t>
              </a:r>
              <a:r>
                <a:rPr lang="en-US" dirty="0">
                  <a:solidFill>
                    <a:srgbClr val="2D3644"/>
                  </a:solidFill>
                  <a:ea typeface="Malgun Gothic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Malgun Gothic"/>
                </a:rPr>
                <a:t>모델</a:t>
              </a:r>
              <a:r>
                <a:rPr lang="en-US" dirty="0">
                  <a:solidFill>
                    <a:srgbClr val="2D3644"/>
                  </a:solidFill>
                  <a:ea typeface="Malgun Gothic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Malgun Gothic"/>
                </a:rPr>
                <a:t>입력에서</a:t>
              </a:r>
              <a:r>
                <a:rPr lang="en-US" dirty="0">
                  <a:solidFill>
                    <a:srgbClr val="2D3644"/>
                  </a:solidFill>
                  <a:ea typeface="Malgun Gothic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Malgun Gothic"/>
                </a:rPr>
                <a:t>제외</a:t>
              </a:r>
              <a:endParaRPr lang="en-US" altLang="ko-KR" dirty="0">
                <a:ea typeface="Malgun Gothic"/>
              </a:endParaRPr>
            </a:p>
            <a:p>
              <a:pPr>
                <a:spcAft>
                  <a:spcPts val="500"/>
                </a:spcAft>
                <a:defRPr sz="1400">
                  <a:solidFill>
                    <a:srgbClr val="28303D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lang="en-US" dirty="0" err="1">
                  <a:solidFill>
                    <a:srgbClr val="2D3644"/>
                  </a:solidFill>
                </a:rPr>
                <a:t>전월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en-US" dirty="0" err="1">
                  <a:solidFill>
                    <a:srgbClr val="2D3644"/>
                  </a:solidFill>
                </a:rPr>
                <a:t>숙박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en-US" dirty="0" err="1">
                  <a:solidFill>
                    <a:srgbClr val="2D3644"/>
                  </a:solidFill>
                </a:rPr>
                <a:t>수요·JNTO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en-US" dirty="0">
                  <a:solidFill>
                    <a:srgbClr val="2D3644"/>
                  </a:solidFill>
                </a:rPr>
                <a:t>8</a:t>
              </a:r>
              <a:r>
                <a:rPr lang="ko-KR" altLang="en-US" dirty="0">
                  <a:solidFill>
                    <a:srgbClr val="2D3644"/>
                  </a:solidFill>
                  <a:ea typeface="맑은 고딕"/>
                </a:rPr>
                <a:t>개국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en-US" dirty="0" err="1">
                  <a:solidFill>
                    <a:srgbClr val="2D3644"/>
                  </a:solidFill>
                </a:rPr>
                <a:t>방일객·기상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en-US" dirty="0" err="1">
                  <a:solidFill>
                    <a:srgbClr val="2D3644"/>
                  </a:solidFill>
                </a:rPr>
                <a:t>정보를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en-US" dirty="0">
                  <a:solidFill>
                    <a:srgbClr val="2D3644"/>
                  </a:solidFill>
                </a:rPr>
                <a:t>Lag 1로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맑은 고딕"/>
                </a:rPr>
                <a:t>구성해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en-US" dirty="0">
                  <a:solidFill>
                    <a:srgbClr val="2D3644"/>
                  </a:solidFill>
                </a:rPr>
                <a:t>'</a:t>
              </a:r>
              <a:r>
                <a:rPr lang="ko-KR" altLang="en-US" dirty="0">
                  <a:solidFill>
                    <a:srgbClr val="2D3644"/>
                  </a:solidFill>
                  <a:ea typeface="맑은 고딕"/>
                </a:rPr>
                <a:t>다음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맑은 고딕"/>
                </a:rPr>
                <a:t>달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맑은 고딕"/>
                </a:rPr>
                <a:t>예측</a:t>
              </a:r>
              <a:r>
                <a:rPr lang="en-US" dirty="0">
                  <a:solidFill>
                    <a:srgbClr val="2D3644"/>
                  </a:solidFill>
                </a:rPr>
                <a:t>'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맑은 고딕"/>
                </a:rPr>
                <a:t>형태로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맑은 고딕"/>
                </a:rPr>
                <a:t>설계</a:t>
              </a:r>
              <a:endParaRPr lang="en-US" altLang="ko-KR" dirty="0">
                <a:solidFill>
                  <a:srgbClr val="000000"/>
                </a:solidFill>
                <a:ea typeface="맑은 고딕"/>
              </a:endParaRPr>
            </a:p>
            <a:p>
              <a:pPr>
                <a:spcAft>
                  <a:spcPts val="500"/>
                </a:spcAft>
                <a:defRPr sz="1400">
                  <a:solidFill>
                    <a:srgbClr val="28303D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lang="en-US" dirty="0">
                  <a:solidFill>
                    <a:srgbClr val="2D3644"/>
                  </a:solidFill>
                </a:rPr>
                <a:t>Global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 </a:t>
              </a:r>
              <a:r>
                <a:rPr lang="en-US" dirty="0">
                  <a:solidFill>
                    <a:srgbClr val="2D3644"/>
                  </a:solidFill>
                </a:rPr>
                <a:t>/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 </a:t>
              </a:r>
              <a:r>
                <a:rPr lang="en-US" dirty="0">
                  <a:solidFill>
                    <a:srgbClr val="2D3644"/>
                  </a:solidFill>
                </a:rPr>
                <a:t>Local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en-US" dirty="0">
                  <a:solidFill>
                    <a:srgbClr val="2D3644"/>
                  </a:solidFill>
                </a:rPr>
                <a:t>SHAP</a:t>
              </a:r>
              <a:r>
                <a:rPr lang="ko-KR" altLang="en-US" dirty="0">
                  <a:solidFill>
                    <a:srgbClr val="2D3644"/>
                  </a:solidFill>
                  <a:ea typeface="맑은 고딕"/>
                </a:rPr>
                <a:t>을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맑은 고딕"/>
                </a:rPr>
                <a:t>함께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맑은 고딕"/>
                </a:rPr>
                <a:t>사용해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맑은 고딕"/>
                </a:rPr>
                <a:t>모델의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en-US" dirty="0" err="1">
                  <a:solidFill>
                    <a:srgbClr val="2D3644"/>
                  </a:solidFill>
                </a:rPr>
                <a:t>전체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맑은 고딕"/>
                </a:rPr>
                <a:t>영향요인과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en-US" dirty="0" err="1">
                  <a:solidFill>
                    <a:srgbClr val="2D3644"/>
                  </a:solidFill>
                </a:rPr>
                <a:t>개별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en-US" dirty="0" err="1">
                  <a:solidFill>
                    <a:srgbClr val="2D3644"/>
                  </a:solidFill>
                </a:rPr>
                <a:t>예측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ko-KR" altLang="en-US" dirty="0">
                  <a:solidFill>
                    <a:srgbClr val="2D3644"/>
                  </a:solidFill>
                  <a:ea typeface="맑은 고딕"/>
                </a:rPr>
                <a:t>근거를</a:t>
              </a:r>
              <a:r>
                <a:rPr lang="en-US" altLang="ko-KR" dirty="0">
                  <a:solidFill>
                    <a:srgbClr val="2D3644"/>
                  </a:solidFill>
                  <a:ea typeface="맑은 고딕"/>
                </a:rPr>
                <a:t> </a:t>
              </a:r>
              <a:r>
                <a:rPr lang="en-US" dirty="0" err="1">
                  <a:solidFill>
                    <a:srgbClr val="2D3644"/>
                  </a:solidFill>
                </a:rPr>
                <a:t>설명</a:t>
              </a:r>
              <a:endParaRPr lang="en-US" altLang="ko-KR" dirty="0" err="1">
                <a:solidFill>
                  <a:srgbClr val="2D3644"/>
                </a:solidFill>
              </a:endParaRPr>
            </a:p>
            <a:p>
              <a:pPr>
                <a:spcAft>
                  <a:spcPts val="500"/>
                </a:spcAft>
                <a:defRPr sz="1400">
                  <a:solidFill>
                    <a:srgbClr val="28303D"/>
                  </a:solidFill>
                  <a:latin typeface="Malgun Gothic"/>
                </a:defRPr>
              </a:pPr>
              <a:r>
                <a:rPr dirty="0"/>
                <a:t>• 일반 사용자와 실무자의 입력 난이도를 분리한 2-Mode UI로 프로토타입 구현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5E17193-BF42-46EE-B3E9-A2F16BFCDB83}"/>
                </a:ext>
              </a:extLst>
            </p:cNvPr>
            <p:cNvSpPr txBox="1"/>
            <p:nvPr/>
          </p:nvSpPr>
          <p:spPr>
            <a:xfrm>
              <a:off x="7671452" y="6328188"/>
              <a:ext cx="3962944" cy="276999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lang="en-US" altLang="ko-KR" sz="1200" dirty="0">
                  <a:latin typeface="+mj-ea"/>
                  <a:ea typeface="+mj-ea"/>
                </a:rPr>
                <a:t>*Lag(</a:t>
              </a:r>
              <a:r>
                <a:rPr lang="ko-KR" altLang="en-US" sz="1200" dirty="0">
                  <a:latin typeface="+mj-ea"/>
                  <a:ea typeface="+mj-ea"/>
                </a:rPr>
                <a:t>시차</a:t>
              </a:r>
              <a:r>
                <a:rPr lang="en-US" altLang="ko-KR" sz="1200" dirty="0">
                  <a:latin typeface="+mj-ea"/>
                  <a:ea typeface="+mj-ea"/>
                </a:rPr>
                <a:t>/</a:t>
              </a:r>
              <a:r>
                <a:rPr lang="ko-KR" altLang="en-US" sz="1200" dirty="0">
                  <a:latin typeface="+mj-ea"/>
                  <a:ea typeface="+mj-ea"/>
                </a:rPr>
                <a:t>시계열 지연</a:t>
              </a:r>
              <a:r>
                <a:rPr lang="en-US" altLang="ko-KR" sz="1200" dirty="0">
                  <a:latin typeface="+mj-ea"/>
                  <a:ea typeface="+mj-ea"/>
                </a:rPr>
                <a:t>)</a:t>
              </a:r>
              <a:r>
                <a:rPr lang="ko-KR" altLang="en-US" sz="1200" dirty="0">
                  <a:latin typeface="+mj-ea"/>
                  <a:ea typeface="+mj-ea"/>
                </a:rPr>
                <a:t>는 </a:t>
              </a:r>
              <a:r>
                <a:rPr lang="en-US" altLang="ko-KR" sz="1200" dirty="0">
                  <a:latin typeface="+mj-ea"/>
                  <a:ea typeface="+mj-ea"/>
                </a:rPr>
                <a:t>"</a:t>
              </a:r>
              <a:r>
                <a:rPr lang="ko-KR" altLang="en-US" sz="1200" dirty="0">
                  <a:latin typeface="+mj-ea"/>
                  <a:ea typeface="+mj-ea"/>
                </a:rPr>
                <a:t>과거 특정 시점의 데이터 값</a:t>
              </a:r>
              <a:endParaRPr sz="1200" b="1" dirty="0">
                <a:solidFill>
                  <a:srgbClr val="172741"/>
                </a:solidFill>
                <a:latin typeface="+mj-ea"/>
                <a:ea typeface="+mj-ea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60B6C97-2CA3-4770-88E9-129E986D09B5}"/>
                </a:ext>
              </a:extLst>
            </p:cNvPr>
            <p:cNvSpPr txBox="1"/>
            <p:nvPr/>
          </p:nvSpPr>
          <p:spPr>
            <a:xfrm>
              <a:off x="661596" y="6322179"/>
              <a:ext cx="2788199" cy="276999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172741"/>
                  </a:solidFill>
                  <a:latin typeface="Malgun Gothic"/>
                </a:rPr>
                <a:t>*</a:t>
              </a:r>
              <a:r>
                <a:rPr sz="1200" b="1" dirty="0">
                  <a:solidFill>
                    <a:srgbClr val="172741"/>
                  </a:solidFill>
                  <a:latin typeface="Malgun Gothic"/>
                </a:rPr>
                <a:t>Japan Tourism Agency</a:t>
              </a:r>
              <a:r>
                <a:rPr lang="en-US" altLang="ko-KR" sz="1200" dirty="0">
                  <a:ea typeface="맑은 고딕"/>
                </a:rPr>
                <a:t>(</a:t>
              </a:r>
              <a:r>
                <a:rPr lang="ko-KR" altLang="en-US" sz="1200" dirty="0">
                  <a:ea typeface="맑은 고딕"/>
                </a:rPr>
                <a:t>일본 관광청</a:t>
              </a:r>
              <a:r>
                <a:rPr lang="en-US" altLang="ko-KR" sz="1200" dirty="0">
                  <a:ea typeface="맑은 고딕"/>
                </a:rPr>
                <a:t>)</a:t>
              </a:r>
              <a:endParaRPr sz="1200" b="1" dirty="0">
                <a:solidFill>
                  <a:srgbClr val="172741"/>
                </a:solidFill>
                <a:latin typeface="Malgun Gothic"/>
                <a:ea typeface="맑은 고딕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CD7D88C-6A6D-48E1-A7E7-FE7C1EC31A79}"/>
                </a:ext>
              </a:extLst>
            </p:cNvPr>
            <p:cNvSpPr txBox="1"/>
            <p:nvPr/>
          </p:nvSpPr>
          <p:spPr>
            <a:xfrm>
              <a:off x="3639297" y="6322178"/>
              <a:ext cx="1815946" cy="276999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72741"/>
                  </a:solidFill>
                  <a:latin typeface="Malgun Gothic"/>
                </a:rPr>
                <a:t>*</a:t>
              </a:r>
              <a:r>
                <a:rPr sz="1200" b="1" dirty="0">
                  <a:solidFill>
                    <a:srgbClr val="172741"/>
                  </a:solidFill>
                  <a:latin typeface="Malgun Gothic"/>
                </a:rPr>
                <a:t>JNTO</a:t>
              </a:r>
              <a:r>
                <a:rPr lang="en-US" sz="1200" b="1" dirty="0">
                  <a:solidFill>
                    <a:srgbClr val="172741"/>
                  </a:solidFill>
                  <a:latin typeface="Malgun Gothic"/>
                </a:rPr>
                <a:t>(</a:t>
              </a:r>
              <a:r>
                <a:rPr lang="ko-KR" altLang="en-US" sz="1200" dirty="0"/>
                <a:t>일본정부관광국</a:t>
              </a:r>
              <a:r>
                <a:rPr lang="en-US" altLang="ko-KR" sz="1200" dirty="0"/>
                <a:t>)</a:t>
              </a:r>
              <a:endParaRPr sz="1200" b="1" dirty="0">
                <a:solidFill>
                  <a:srgbClr val="172741"/>
                </a:solidFill>
                <a:latin typeface="Malgun Gothic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2F5A55C-38A9-4AA4-8B53-51DCFFCACB04}"/>
                </a:ext>
              </a:extLst>
            </p:cNvPr>
            <p:cNvSpPr txBox="1"/>
            <p:nvPr/>
          </p:nvSpPr>
          <p:spPr>
            <a:xfrm>
              <a:off x="5807300" y="6322177"/>
              <a:ext cx="1501630" cy="276999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72741"/>
                  </a:solidFill>
                  <a:latin typeface="Malgun Gothic"/>
                </a:rPr>
                <a:t>*</a:t>
              </a:r>
              <a:r>
                <a:rPr sz="1200" b="1" dirty="0">
                  <a:solidFill>
                    <a:srgbClr val="172741"/>
                  </a:solidFill>
                  <a:latin typeface="Malgun Gothic"/>
                </a:rPr>
                <a:t>JMA</a:t>
              </a:r>
              <a:r>
                <a:rPr lang="en-US" sz="1200" b="1" dirty="0">
                  <a:solidFill>
                    <a:srgbClr val="172741"/>
                  </a:solidFill>
                  <a:latin typeface="Malgun Gothic"/>
                </a:rPr>
                <a:t>(</a:t>
              </a:r>
              <a:r>
                <a:rPr lang="ko-KR" altLang="en-US" sz="1200" b="1" dirty="0">
                  <a:solidFill>
                    <a:srgbClr val="172741"/>
                  </a:solidFill>
                  <a:latin typeface="Malgun Gothic"/>
                </a:rPr>
                <a:t>일본 기상청</a:t>
              </a:r>
              <a:r>
                <a:rPr lang="en-US" altLang="ko-KR" sz="1200" b="1" dirty="0">
                  <a:solidFill>
                    <a:srgbClr val="172741"/>
                  </a:solidFill>
                  <a:latin typeface="Malgun Gothic"/>
                </a:rPr>
                <a:t>)</a:t>
              </a:r>
              <a:endParaRPr sz="1200" b="1" dirty="0">
                <a:solidFill>
                  <a:srgbClr val="172741"/>
                </a:solidFill>
                <a:latin typeface="Malgun Gothic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6CDC754-863D-DF57-6C50-3819F83B98B4}"/>
                </a:ext>
              </a:extLst>
            </p:cNvPr>
            <p:cNvSpPr txBox="1"/>
            <p:nvPr/>
          </p:nvSpPr>
          <p:spPr>
            <a:xfrm>
              <a:off x="671364" y="6048640"/>
              <a:ext cx="8793818" cy="276999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r>
                <a:rPr lang="ko-KR" sz="1200" b="1" dirty="0">
                  <a:solidFill>
                    <a:srgbClr val="172741"/>
                  </a:solidFill>
                  <a:latin typeface="맑은 고딕"/>
                  <a:ea typeface="맑은 고딕"/>
                </a:rPr>
                <a:t>*</a:t>
              </a:r>
              <a:r>
                <a:rPr lang="en-US" altLang="ko-KR" sz="1200" b="1" dirty="0">
                  <a:solidFill>
                    <a:srgbClr val="172741"/>
                  </a:solidFill>
                  <a:latin typeface="맑은 고딕"/>
                  <a:ea typeface="맑은 고딕"/>
                  <a:cs typeface="+mn-lt"/>
                </a:rPr>
                <a:t>Random</a:t>
              </a:r>
              <a:r>
                <a:rPr lang="ko-KR" altLang="en-US" sz="1200" b="1" dirty="0">
                  <a:solidFill>
                    <a:srgbClr val="172741"/>
                  </a:solidFill>
                  <a:latin typeface="맑은 고딕"/>
                  <a:ea typeface="맑은 고딕"/>
                  <a:cs typeface="+mn-lt"/>
                </a:rPr>
                <a:t> </a:t>
              </a:r>
              <a:r>
                <a:rPr lang="en-US" altLang="ko-KR" sz="1200" b="1" dirty="0">
                  <a:solidFill>
                    <a:srgbClr val="172741"/>
                  </a:solidFill>
                  <a:latin typeface="맑은 고딕"/>
                  <a:ea typeface="맑은 고딕"/>
                  <a:cs typeface="+mn-lt"/>
                </a:rPr>
                <a:t>Forest:</a:t>
              </a:r>
              <a:r>
                <a:rPr lang="ko-KR" altLang="en-US" sz="1200" dirty="0">
                  <a:solidFill>
                    <a:srgbClr val="172741"/>
                  </a:solidFill>
                  <a:latin typeface="맑은 고딕"/>
                  <a:ea typeface="맑은 고딕"/>
                  <a:cs typeface="+mn-lt"/>
                </a:rPr>
                <a:t> 여러 개의 의사결정나무를 학습한 뒤 각 나무의 예측을 종합하여</a:t>
              </a:r>
              <a:r>
                <a:rPr lang="ko-KR" sz="1200" dirty="0">
                  <a:solidFill>
                    <a:srgbClr val="172741"/>
                  </a:solidFill>
                  <a:latin typeface="맑은 고딕"/>
                  <a:ea typeface="맑은 고딕"/>
                  <a:cs typeface="+mn-lt"/>
                </a:rPr>
                <a:t> </a:t>
              </a:r>
              <a:r>
                <a:rPr lang="ko-KR" altLang="en-US" sz="1200" dirty="0">
                  <a:solidFill>
                    <a:srgbClr val="172741"/>
                  </a:solidFill>
                  <a:latin typeface="맑은 고딕"/>
                  <a:ea typeface="맑은 고딕"/>
                  <a:cs typeface="+mn-lt"/>
                </a:rPr>
                <a:t>최종 값을 계산하는 앙상블 </a:t>
              </a:r>
              <a:r>
                <a:rPr lang="ko-KR" sz="1200" dirty="0" err="1">
                  <a:solidFill>
                    <a:srgbClr val="172741"/>
                  </a:solidFill>
                  <a:latin typeface="맑은 고딕"/>
                  <a:ea typeface="맑은 고딕"/>
                  <a:cs typeface="+mn-lt"/>
                </a:rPr>
                <a:t>머신러닝</a:t>
              </a:r>
              <a:r>
                <a:rPr lang="ko-KR" sz="1200" dirty="0">
                  <a:solidFill>
                    <a:srgbClr val="172741"/>
                  </a:solidFill>
                  <a:latin typeface="맑은 고딕"/>
                  <a:ea typeface="맑은 고딕"/>
                  <a:cs typeface="+mn-lt"/>
                </a:rPr>
                <a:t> </a:t>
              </a:r>
              <a:r>
                <a:rPr lang="ko-KR" altLang="en-US" sz="1200" dirty="0">
                  <a:solidFill>
                    <a:srgbClr val="172741"/>
                  </a:solidFill>
                  <a:latin typeface="맑은 고딕"/>
                  <a:ea typeface="맑은 고딕"/>
                  <a:cs typeface="+mn-lt"/>
                </a:rPr>
                <a:t>모델</a:t>
              </a:r>
              <a:endParaRPr lang="ko-KR" altLang="en-US" sz="1200" b="1" dirty="0">
                <a:solidFill>
                  <a:srgbClr val="172741"/>
                </a:solidFill>
                <a:latin typeface="맑은 고딕"/>
                <a:ea typeface="맑은 고딕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>
            <a:extLst>
              <a:ext uri="{FF2B5EF4-FFF2-40B4-BE49-F238E27FC236}">
                <a16:creationId xmlns:a16="http://schemas.microsoft.com/office/drawing/2014/main" id="{70609730-5CDA-1833-C1EE-FC1248554A57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48640" y="384048"/>
              <a:ext cx="45720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000" b="1">
                  <a:solidFill>
                    <a:srgbClr val="315CA4"/>
                  </a:solidFill>
                  <a:latin typeface="Malgun Gothic"/>
                </a:rPr>
                <a:t>03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05840" y="292608"/>
              <a:ext cx="10698480" cy="5943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2500" b="1">
                  <a:solidFill>
                    <a:srgbClr val="172741"/>
                  </a:solidFill>
                  <a:latin typeface="Malgun Gothic"/>
                </a:rPr>
                <a:t>데이터 구성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97047" y="841248"/>
              <a:ext cx="4868640" cy="253916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lang="ko-KR" altLang="en-US" sz="1050" b="1" dirty="0">
                  <a:solidFill>
                    <a:srgbClr val="647080"/>
                  </a:solidFill>
                  <a:latin typeface="Malgun Gothic"/>
                </a:rPr>
                <a:t>일본 </a:t>
              </a:r>
              <a:r>
                <a:rPr sz="1050" b="1" dirty="0" err="1">
                  <a:solidFill>
                    <a:srgbClr val="647080"/>
                  </a:solidFill>
                  <a:latin typeface="Malgun Gothic"/>
                </a:rPr>
                <a:t>공식</a:t>
              </a:r>
              <a:r>
                <a:rPr sz="1050" b="1" dirty="0">
                  <a:solidFill>
                    <a:srgbClr val="647080"/>
                  </a:solidFill>
                  <a:latin typeface="Malgun Gothic"/>
                </a:rPr>
                <a:t> </a:t>
              </a:r>
              <a:r>
                <a:rPr sz="1050" b="1" dirty="0" err="1">
                  <a:solidFill>
                    <a:srgbClr val="647080"/>
                  </a:solidFill>
                  <a:latin typeface="Malgun Gothic"/>
                </a:rPr>
                <a:t>관광</a:t>
              </a:r>
              <a:r>
                <a:rPr lang="ko-KR" altLang="en-US" sz="1050" b="1" dirty="0">
                  <a:solidFill>
                    <a:srgbClr val="647080"/>
                  </a:solidFill>
                  <a:latin typeface="Malgun Gothic"/>
                </a:rPr>
                <a:t>객 </a:t>
              </a:r>
              <a:r>
                <a:rPr lang="en-US" altLang="ko-KR" sz="1050" b="1" dirty="0">
                  <a:solidFill>
                    <a:srgbClr val="647080"/>
                  </a:solidFill>
                  <a:latin typeface="Malgun Gothic"/>
                </a:rPr>
                <a:t>&amp;</a:t>
              </a:r>
              <a:r>
                <a:rPr lang="ko-KR" altLang="en-US" sz="1050" b="1" dirty="0">
                  <a:solidFill>
                    <a:srgbClr val="647080"/>
                  </a:solidFill>
                  <a:latin typeface="Malgun Gothic"/>
                </a:rPr>
                <a:t> </a:t>
              </a:r>
              <a:r>
                <a:rPr sz="1050" b="1" dirty="0">
                  <a:solidFill>
                    <a:srgbClr val="647080"/>
                  </a:solidFill>
                  <a:latin typeface="Malgun Gothic"/>
                </a:rPr>
                <a:t>·</a:t>
              </a:r>
              <a:r>
                <a:rPr sz="1050" b="1" dirty="0" err="1">
                  <a:solidFill>
                    <a:srgbClr val="647080"/>
                  </a:solidFill>
                  <a:latin typeface="Malgun Gothic"/>
                </a:rPr>
                <a:t>숙박</a:t>
              </a:r>
              <a:r>
                <a:rPr lang="ko-KR" altLang="en-US" sz="1050" b="1" dirty="0">
                  <a:solidFill>
                    <a:srgbClr val="647080"/>
                  </a:solidFill>
                  <a:latin typeface="Malgun Gothic"/>
                </a:rPr>
                <a:t>객 </a:t>
              </a:r>
              <a:r>
                <a:rPr lang="en-US" altLang="ko-KR" sz="1050" b="1" dirty="0">
                  <a:solidFill>
                    <a:srgbClr val="647080"/>
                  </a:solidFill>
                  <a:latin typeface="Malgun Gothic"/>
                </a:rPr>
                <a:t>&amp;</a:t>
              </a:r>
              <a:r>
                <a:rPr sz="1050" b="1" dirty="0">
                  <a:solidFill>
                    <a:srgbClr val="647080"/>
                  </a:solidFill>
                  <a:latin typeface="Malgun Gothic"/>
                </a:rPr>
                <a:t>·</a:t>
              </a:r>
              <a:r>
                <a:rPr lang="en-US" sz="1050" b="1" dirty="0">
                  <a:solidFill>
                    <a:srgbClr val="647080"/>
                  </a:solidFill>
                  <a:latin typeface="Malgun Gothic"/>
                </a:rPr>
                <a:t> </a:t>
              </a:r>
              <a:r>
                <a:rPr sz="1050" b="1" dirty="0" err="1">
                  <a:solidFill>
                    <a:srgbClr val="647080"/>
                  </a:solidFill>
                  <a:latin typeface="Malgun Gothic"/>
                </a:rPr>
                <a:t>기상</a:t>
              </a:r>
              <a:r>
                <a:rPr sz="1050" b="1" dirty="0">
                  <a:solidFill>
                    <a:srgbClr val="647080"/>
                  </a:solidFill>
                  <a:latin typeface="Malgun Gothic"/>
                </a:rPr>
                <a:t> </a:t>
              </a:r>
              <a:r>
                <a:rPr sz="1050" b="1" dirty="0" err="1">
                  <a:solidFill>
                    <a:srgbClr val="647080"/>
                  </a:solidFill>
                  <a:latin typeface="Malgun Gothic"/>
                </a:rPr>
                <a:t>데이터를</a:t>
              </a:r>
              <a:r>
                <a:rPr sz="1050" b="1" dirty="0">
                  <a:solidFill>
                    <a:srgbClr val="647080"/>
                  </a:solidFill>
                  <a:latin typeface="Malgun Gothic"/>
                </a:rPr>
                <a:t> </a:t>
              </a:r>
              <a:r>
                <a:rPr sz="1050" b="1" dirty="0" err="1">
                  <a:solidFill>
                    <a:srgbClr val="647080"/>
                  </a:solidFill>
                  <a:latin typeface="Malgun Gothic"/>
                </a:rPr>
                <a:t>월·지역</a:t>
              </a:r>
              <a:r>
                <a:rPr sz="1050" b="1" dirty="0">
                  <a:solidFill>
                    <a:srgbClr val="647080"/>
                  </a:solidFill>
                  <a:latin typeface="Malgun Gothic"/>
                </a:rPr>
                <a:t> </a:t>
              </a:r>
              <a:r>
                <a:rPr sz="1050" b="1" dirty="0" err="1">
                  <a:solidFill>
                    <a:srgbClr val="647080"/>
                  </a:solidFill>
                  <a:latin typeface="Malgun Gothic"/>
                </a:rPr>
                <a:t>단위로</a:t>
              </a:r>
              <a:r>
                <a:rPr sz="1050" b="1" dirty="0">
                  <a:solidFill>
                    <a:srgbClr val="647080"/>
                  </a:solidFill>
                  <a:latin typeface="Malgun Gothic"/>
                </a:rPr>
                <a:t> </a:t>
              </a:r>
              <a:r>
                <a:rPr lang="ko-KR" altLang="en-US" sz="1050" b="1" dirty="0" err="1">
                  <a:solidFill>
                    <a:srgbClr val="647080"/>
                  </a:solidFill>
                  <a:latin typeface="Malgun Gothic"/>
                </a:rPr>
                <a:t>전처리</a:t>
              </a:r>
              <a:r>
                <a:rPr lang="ko-KR" altLang="en-US" sz="1050" b="1" dirty="0">
                  <a:solidFill>
                    <a:srgbClr val="647080"/>
                  </a:solidFill>
                  <a:latin typeface="Malgun Gothic"/>
                </a:rPr>
                <a:t> 후 </a:t>
              </a:r>
              <a:r>
                <a:rPr sz="1050" b="1" dirty="0" err="1">
                  <a:solidFill>
                    <a:srgbClr val="647080"/>
                  </a:solidFill>
                  <a:latin typeface="Malgun Gothic"/>
                </a:rPr>
                <a:t>결합</a:t>
              </a:r>
              <a:endParaRPr sz="1050" b="1" dirty="0">
                <a:solidFill>
                  <a:srgbClr val="647080"/>
                </a:solidFill>
                <a:latin typeface="Malgun Gothic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594360" y="1371600"/>
              <a:ext cx="484632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669280" y="1371600"/>
              <a:ext cx="5897880" cy="4114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943600" y="1645920"/>
              <a:ext cx="118872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 dirty="0" err="1">
                  <a:solidFill>
                    <a:srgbClr val="315CA4"/>
                  </a:solidFill>
                  <a:latin typeface="Malgun Gothic"/>
                </a:rPr>
                <a:t>숙박통계</a:t>
              </a:r>
              <a:endParaRPr sz="1200" b="1" dirty="0">
                <a:solidFill>
                  <a:srgbClr val="315CA4"/>
                </a:solidFill>
                <a:latin typeface="Malgun Gothic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75872" y="1882586"/>
              <a:ext cx="2727991" cy="276999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 dirty="0">
                  <a:solidFill>
                    <a:srgbClr val="172741"/>
                  </a:solidFill>
                  <a:latin typeface="Malgun Gothic"/>
                </a:rPr>
                <a:t>Japan Tourism Agency</a:t>
              </a:r>
              <a:r>
                <a:rPr lang="en-US" altLang="ko-KR" sz="1200" dirty="0"/>
                <a:t>(</a:t>
              </a:r>
              <a:r>
                <a:rPr lang="ko-KR" altLang="en-US" sz="1200" dirty="0"/>
                <a:t>일본 관광청</a:t>
              </a:r>
              <a:r>
                <a:rPr lang="en-US" altLang="ko-KR" sz="1200" dirty="0"/>
                <a:t>)</a:t>
              </a:r>
              <a:endParaRPr sz="1200" b="1" dirty="0">
                <a:solidFill>
                  <a:srgbClr val="172741"/>
                </a:solidFill>
                <a:latin typeface="Malgun Gothic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43600" y="2126445"/>
              <a:ext cx="5029200" cy="5029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0" dirty="0">
                  <a:solidFill>
                    <a:srgbClr val="28303D"/>
                  </a:solidFill>
                  <a:latin typeface="Malgun Gothic"/>
                </a:rPr>
                <a:t>2023–2025 · 47개 </a:t>
              </a:r>
              <a:r>
                <a:rPr sz="1200" b="0" dirty="0" err="1">
                  <a:solidFill>
                    <a:srgbClr val="28303D"/>
                  </a:solidFill>
                  <a:latin typeface="Malgun Gothic"/>
                </a:rPr>
                <a:t>도도부현</a:t>
              </a:r>
              <a:r>
                <a:rPr sz="1200" b="0" dirty="0">
                  <a:solidFill>
                    <a:srgbClr val="28303D"/>
                  </a:solidFill>
                  <a:latin typeface="Malgun Gothic"/>
                </a:rPr>
                <a:t> · </a:t>
              </a:r>
              <a:r>
                <a:rPr sz="1200" b="0" dirty="0" err="1">
                  <a:solidFill>
                    <a:srgbClr val="28303D"/>
                  </a:solidFill>
                  <a:latin typeface="Malgun Gothic"/>
                </a:rPr>
                <a:t>월별</a:t>
              </a:r>
              <a:endParaRPr sz="1200" b="0" dirty="0">
                <a:solidFill>
                  <a:srgbClr val="28303D"/>
                </a:solidFill>
                <a:latin typeface="Malgun Gothic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43600" y="2743200"/>
              <a:ext cx="118872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>
                  <a:solidFill>
                    <a:srgbClr val="315CA4"/>
                  </a:solidFill>
                  <a:latin typeface="Malgun Gothic"/>
                </a:rPr>
                <a:t>방일객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75872" y="2979866"/>
              <a:ext cx="1755737" cy="276999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 dirty="0">
                  <a:solidFill>
                    <a:srgbClr val="172741"/>
                  </a:solidFill>
                  <a:latin typeface="Malgun Gothic"/>
                </a:rPr>
                <a:t>JNTO</a:t>
              </a:r>
              <a:r>
                <a:rPr lang="en-US" sz="1200" b="1" dirty="0">
                  <a:solidFill>
                    <a:srgbClr val="172741"/>
                  </a:solidFill>
                  <a:latin typeface="Malgun Gothic"/>
                </a:rPr>
                <a:t>(</a:t>
              </a:r>
              <a:r>
                <a:rPr lang="ko-KR" altLang="en-US" sz="1200" dirty="0"/>
                <a:t>일본정부관광국</a:t>
              </a:r>
              <a:r>
                <a:rPr lang="en-US" altLang="ko-KR" sz="1200" dirty="0"/>
                <a:t>)</a:t>
              </a:r>
              <a:endParaRPr sz="1200" b="1" dirty="0">
                <a:solidFill>
                  <a:srgbClr val="172741"/>
                </a:solidFill>
                <a:latin typeface="Malgun Gothic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943600" y="3223725"/>
              <a:ext cx="5029200" cy="5029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0" dirty="0">
                  <a:solidFill>
                    <a:srgbClr val="28303D"/>
                  </a:solidFill>
                  <a:latin typeface="Malgun Gothic"/>
                </a:rPr>
                <a:t>8개국: </a:t>
              </a:r>
              <a:r>
                <a:rPr sz="1200" b="0" dirty="0" err="1">
                  <a:solidFill>
                    <a:srgbClr val="28303D"/>
                  </a:solidFill>
                  <a:latin typeface="Malgun Gothic"/>
                </a:rPr>
                <a:t>한국·중국·대만·미국·홍콩·태국·싱가포르·호주</a:t>
              </a:r>
              <a:endParaRPr sz="1200" b="0" dirty="0">
                <a:solidFill>
                  <a:srgbClr val="28303D"/>
                </a:solidFill>
                <a:latin typeface="Malgun Gothic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943600" y="3840480"/>
              <a:ext cx="118872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>
                  <a:solidFill>
                    <a:srgbClr val="315CA4"/>
                  </a:solidFill>
                  <a:latin typeface="Malgun Gothic"/>
                </a:rPr>
                <a:t>기상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75872" y="4077146"/>
              <a:ext cx="1441420" cy="276999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 dirty="0">
                  <a:solidFill>
                    <a:srgbClr val="172741"/>
                  </a:solidFill>
                  <a:latin typeface="Malgun Gothic"/>
                </a:rPr>
                <a:t>JMA</a:t>
              </a:r>
              <a:r>
                <a:rPr lang="en-US" sz="1200" b="1" dirty="0">
                  <a:solidFill>
                    <a:srgbClr val="172741"/>
                  </a:solidFill>
                  <a:latin typeface="Malgun Gothic"/>
                </a:rPr>
                <a:t>(</a:t>
              </a:r>
              <a:r>
                <a:rPr lang="ko-KR" altLang="en-US" sz="1200" b="1" dirty="0">
                  <a:solidFill>
                    <a:srgbClr val="172741"/>
                  </a:solidFill>
                  <a:latin typeface="Malgun Gothic"/>
                </a:rPr>
                <a:t>일본 기상청</a:t>
              </a:r>
              <a:r>
                <a:rPr lang="en-US" altLang="ko-KR" sz="1200" b="1" dirty="0">
                  <a:solidFill>
                    <a:srgbClr val="172741"/>
                  </a:solidFill>
                  <a:latin typeface="Malgun Gothic"/>
                </a:rPr>
                <a:t>)</a:t>
              </a:r>
              <a:endParaRPr sz="1200" b="1" dirty="0">
                <a:solidFill>
                  <a:srgbClr val="172741"/>
                </a:solidFill>
                <a:latin typeface="Malgun Gothic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943600" y="4321005"/>
              <a:ext cx="5029200" cy="5029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0">
                  <a:solidFill>
                    <a:srgbClr val="28303D"/>
                  </a:solidFill>
                  <a:latin typeface="Malgun Gothic"/>
                </a:rPr>
                <a:t>평균기온·강수량 / 후쿠오카 추가 수집</a:t>
              </a: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93B8D326-5DC6-49EB-9F14-798A414CA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361" y="1365690"/>
              <a:ext cx="4846320" cy="1400370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626031E0-CF40-4A60-BCEA-CF45196D3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617" y="2696181"/>
              <a:ext cx="4846320" cy="2790219"/>
            </a:xfrm>
            <a:prstGeom prst="rect">
              <a:avLst/>
            </a:prstGeom>
          </p:spPr>
        </p:pic>
        <p:sp>
          <p:nvSpPr>
            <p:cNvPr id="7" name="Rounded Rectangle 17">
              <a:extLst>
                <a:ext uri="{FF2B5EF4-FFF2-40B4-BE49-F238E27FC236}">
                  <a16:creationId xmlns:a16="http://schemas.microsoft.com/office/drawing/2014/main" id="{C1B60FCA-2E2E-EF77-A51A-38E8E84FED61}"/>
                </a:ext>
              </a:extLst>
            </p:cNvPr>
            <p:cNvSpPr/>
            <p:nvPr/>
          </p:nvSpPr>
          <p:spPr>
            <a:xfrm>
              <a:off x="5897489" y="4640776"/>
              <a:ext cx="5440680" cy="658368"/>
            </a:xfrm>
            <a:prstGeom prst="roundRect">
              <a:avLst/>
            </a:prstGeom>
            <a:solidFill>
              <a:srgbClr val="EBF2FC"/>
            </a:solidFill>
            <a:ln w="12700">
              <a:solidFill>
                <a:srgbClr val="EBF2F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23C7725-6BC7-CD71-2293-3D93E3EBF788}"/>
                </a:ext>
              </a:extLst>
            </p:cNvPr>
            <p:cNvSpPr txBox="1"/>
            <p:nvPr/>
          </p:nvSpPr>
          <p:spPr>
            <a:xfrm>
              <a:off x="6126089" y="4832800"/>
              <a:ext cx="5029200" cy="256032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Aft>
                  <a:spcPts val="0"/>
                </a:spcAft>
              </a:pPr>
              <a:r>
                <a:rPr sz="1300" b="1">
                  <a:solidFill>
                    <a:srgbClr val="16233A"/>
                  </a:solidFill>
                  <a:latin typeface="Malgun Gothic"/>
                </a:rPr>
                <a:t>숙박 데이터 기준: 2023–2025 × 12개월 × 47지역 = 1,692행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A4295531-605F-6AAC-E2B6-95597E452A2A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48640" y="384048"/>
              <a:ext cx="45720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000" b="1">
                  <a:solidFill>
                    <a:srgbClr val="315CA4"/>
                  </a:solidFill>
                  <a:latin typeface="Malgun Gothic"/>
                </a:rPr>
                <a:t>04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05840" y="292608"/>
              <a:ext cx="10698480" cy="5943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2500" b="1">
                  <a:solidFill>
                    <a:srgbClr val="172741"/>
                  </a:solidFill>
                  <a:latin typeface="Malgun Gothic"/>
                </a:rPr>
                <a:t>전처리와 데이터 통합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05840" y="841248"/>
              <a:ext cx="4261103" cy="261610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r>
                <a:rPr lang="ko-KR" altLang="en-US" sz="1100" dirty="0">
                  <a:solidFill>
                    <a:srgbClr val="687383"/>
                  </a:solidFill>
                  <a:latin typeface="Malgun Gothic"/>
                  <a:ea typeface="맑은 고딕"/>
                </a:rPr>
                <a:t>서로</a:t>
              </a:r>
              <a:r>
                <a:rPr lang="en-US" sz="1100" dirty="0">
                  <a:solidFill>
                    <a:srgbClr val="687383"/>
                  </a:solidFill>
                  <a:latin typeface="Malgun Gothic"/>
                </a:rPr>
                <a:t> </a:t>
              </a:r>
              <a:r>
                <a:rPr lang="ko-KR" altLang="en-US" sz="1100" dirty="0">
                  <a:solidFill>
                    <a:srgbClr val="687383"/>
                  </a:solidFill>
                  <a:latin typeface="Malgun Gothic"/>
                  <a:ea typeface="맑은 고딕"/>
                </a:rPr>
                <a:t>다른</a:t>
              </a:r>
              <a:r>
                <a:rPr lang="en-US" sz="1100" dirty="0">
                  <a:solidFill>
                    <a:srgbClr val="687383"/>
                  </a:solidFill>
                  <a:latin typeface="Malgun Gothic"/>
                </a:rPr>
                <a:t> </a:t>
              </a:r>
              <a:r>
                <a:rPr lang="ko-KR" altLang="en-US" sz="1100" dirty="0">
                  <a:solidFill>
                    <a:srgbClr val="687383"/>
                  </a:solidFill>
                  <a:latin typeface="Malgun Gothic"/>
                  <a:ea typeface="맑은 고딕"/>
                </a:rPr>
                <a:t>파일</a:t>
              </a:r>
              <a:r>
                <a:rPr lang="en-US" sz="1100" dirty="0">
                  <a:solidFill>
                    <a:srgbClr val="687383"/>
                  </a:solidFill>
                  <a:latin typeface="Malgun Gothic"/>
                </a:rPr>
                <a:t> </a:t>
              </a:r>
              <a:r>
                <a:rPr lang="ko-KR" altLang="en-US" sz="1100" dirty="0">
                  <a:solidFill>
                    <a:srgbClr val="687383"/>
                  </a:solidFill>
                  <a:latin typeface="Malgun Gothic"/>
                  <a:ea typeface="맑은 고딕"/>
                </a:rPr>
                <a:t>구조</a:t>
              </a:r>
              <a:r>
                <a:rPr lang="en-US" sz="1100" dirty="0">
                  <a:solidFill>
                    <a:srgbClr val="687383"/>
                  </a:solidFill>
                  <a:latin typeface="Malgun Gothic"/>
                </a:rPr>
                <a:t>·</a:t>
              </a:r>
              <a:r>
                <a:rPr lang="ko-KR" altLang="en-US" sz="1100" dirty="0">
                  <a:solidFill>
                    <a:srgbClr val="687383"/>
                  </a:solidFill>
                  <a:latin typeface="Malgun Gothic"/>
                  <a:ea typeface="맑은 고딕"/>
                </a:rPr>
                <a:t>표기</a:t>
              </a:r>
              <a:r>
                <a:rPr lang="en-US" sz="1100" dirty="0">
                  <a:solidFill>
                    <a:srgbClr val="687383"/>
                  </a:solidFill>
                  <a:latin typeface="Malgun Gothic"/>
                </a:rPr>
                <a:t>·</a:t>
              </a:r>
              <a:r>
                <a:rPr lang="ko-KR" altLang="en-US" sz="1100" dirty="0">
                  <a:solidFill>
                    <a:srgbClr val="687383"/>
                  </a:solidFill>
                  <a:latin typeface="Malgun Gothic"/>
                  <a:ea typeface="맑은 고딕"/>
                </a:rPr>
                <a:t>인코딩을</a:t>
              </a:r>
              <a:r>
                <a:rPr lang="en-US" sz="1100" dirty="0">
                  <a:solidFill>
                    <a:srgbClr val="687383"/>
                  </a:solidFill>
                  <a:latin typeface="Malgun Gothic"/>
                </a:rPr>
                <a:t> </a:t>
              </a:r>
              <a:r>
                <a:rPr lang="ko-KR" altLang="en-US" sz="1100" dirty="0">
                  <a:solidFill>
                    <a:srgbClr val="687383"/>
                  </a:solidFill>
                  <a:latin typeface="Malgun Gothic"/>
                  <a:ea typeface="맑은 고딕"/>
                </a:rPr>
                <a:t>하나의</a:t>
              </a:r>
              <a:r>
                <a:rPr lang="en-US" sz="1100" dirty="0">
                  <a:solidFill>
                    <a:srgbClr val="687383"/>
                  </a:solidFill>
                  <a:latin typeface="Malgun Gothic"/>
                </a:rPr>
                <a:t> </a:t>
              </a:r>
              <a:r>
                <a:rPr lang="ko-KR" altLang="en-US" sz="1100" dirty="0">
                  <a:solidFill>
                    <a:srgbClr val="687383"/>
                  </a:solidFill>
                  <a:latin typeface="Malgun Gothic"/>
                  <a:ea typeface="맑은 고딕"/>
                </a:rPr>
                <a:t>분석</a:t>
              </a:r>
              <a:r>
                <a:rPr lang="en-US" sz="1100" dirty="0">
                  <a:solidFill>
                    <a:srgbClr val="687383"/>
                  </a:solidFill>
                  <a:latin typeface="Malgun Gothic"/>
                </a:rPr>
                <a:t> </a:t>
              </a:r>
              <a:r>
                <a:rPr lang="ko-KR" altLang="en-US" sz="1100" dirty="0">
                  <a:solidFill>
                    <a:srgbClr val="687383"/>
                  </a:solidFill>
                  <a:latin typeface="Malgun Gothic"/>
                  <a:ea typeface="맑은 고딕"/>
                </a:rPr>
                <a:t>테이블로</a:t>
              </a:r>
              <a:r>
                <a:rPr lang="en-US" sz="1100" dirty="0">
                  <a:solidFill>
                    <a:srgbClr val="687383"/>
                  </a:solidFill>
                  <a:latin typeface="Malgun Gothic"/>
                </a:rPr>
                <a:t> </a:t>
              </a:r>
              <a:r>
                <a:rPr lang="ko-KR" altLang="en-US" sz="1100" dirty="0">
                  <a:solidFill>
                    <a:srgbClr val="687383"/>
                  </a:solidFill>
                  <a:latin typeface="Malgun Gothic"/>
                  <a:ea typeface="맑은 고딕"/>
                </a:rPr>
                <a:t>정규화</a:t>
              </a:r>
              <a:endParaRPr lang="en-US" sz="1100" dirty="0">
                <a:solidFill>
                  <a:srgbClr val="000000"/>
                </a:solidFill>
                <a:latin typeface="Malgun Gothic"/>
                <a:ea typeface="맑은 고딕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94360" y="1508760"/>
              <a:ext cx="2514600" cy="187451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7240" y="1691640"/>
              <a:ext cx="41148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00" b="1">
                  <a:solidFill>
                    <a:srgbClr val="E94A4E"/>
                  </a:solidFill>
                  <a:latin typeface="Malgun Gothic"/>
                </a:rPr>
                <a:t>01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7240" y="2057400"/>
              <a:ext cx="210312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600" b="1">
                  <a:solidFill>
                    <a:srgbClr val="172741"/>
                  </a:solidFill>
                  <a:latin typeface="Malgun Gothic"/>
                </a:rPr>
                <a:t>숙박 Excel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7240" y="2514600"/>
              <a:ext cx="2103120" cy="68580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0">
                  <a:solidFill>
                    <a:srgbClr val="28303D"/>
                  </a:solidFill>
                  <a:latin typeface="Malgun Gothic"/>
                </a:rPr>
                <a:t>월 시트 자동 순회
국가 컬럼 동적 탐색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45536" y="2176272"/>
              <a:ext cx="27432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ctr"/>
              <a:r>
                <a:rPr sz="1800" b="1">
                  <a:solidFill>
                    <a:srgbClr val="647080"/>
                  </a:solidFill>
                  <a:latin typeface="Malgun Gothic"/>
                </a:rPr>
                <a:t>→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447288" y="1508760"/>
              <a:ext cx="2514600" cy="187451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630168" y="1691640"/>
              <a:ext cx="41148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00" b="1">
                  <a:solidFill>
                    <a:srgbClr val="E94A4E"/>
                  </a:solidFill>
                  <a:latin typeface="Malgun Gothic"/>
                </a:rPr>
                <a:t>02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30168" y="2057400"/>
              <a:ext cx="210312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600" b="1">
                  <a:solidFill>
                    <a:srgbClr val="172741"/>
                  </a:solidFill>
                  <a:latin typeface="Malgun Gothic"/>
                </a:rPr>
                <a:t>JNTO Excel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630168" y="2514600"/>
              <a:ext cx="2103120" cy="68580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0">
                  <a:solidFill>
                    <a:srgbClr val="28303D"/>
                  </a:solidFill>
                  <a:latin typeface="Malgun Gothic"/>
                </a:rPr>
                <a:t>연도 시트 정리
8개국 Wide → 월별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998464" y="2176272"/>
              <a:ext cx="27432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ctr"/>
              <a:r>
                <a:rPr sz="1800" b="1">
                  <a:solidFill>
                    <a:srgbClr val="647080"/>
                  </a:solidFill>
                  <a:latin typeface="Malgun Gothic"/>
                </a:rPr>
                <a:t>→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300216" y="1508760"/>
              <a:ext cx="2514600" cy="187451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83096" y="1691640"/>
              <a:ext cx="41148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00" b="1">
                  <a:solidFill>
                    <a:srgbClr val="E94A4E"/>
                  </a:solidFill>
                  <a:latin typeface="Malgun Gothic"/>
                </a:rPr>
                <a:t>03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83096" y="2057400"/>
              <a:ext cx="210312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600" b="1">
                  <a:solidFill>
                    <a:srgbClr val="172741"/>
                  </a:solidFill>
                  <a:latin typeface="Malgun Gothic"/>
                </a:rPr>
                <a:t>JMA CSV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83096" y="2514600"/>
              <a:ext cx="2103120" cy="68580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0" dirty="0">
                  <a:solidFill>
                    <a:srgbClr val="28303D"/>
                  </a:solidFill>
                  <a:latin typeface="Malgun Gothic"/>
                </a:rPr>
                <a:t>CP932 </a:t>
              </a:r>
              <a:r>
                <a:rPr sz="1200" b="0" dirty="0" err="1">
                  <a:solidFill>
                    <a:srgbClr val="28303D"/>
                  </a:solidFill>
                  <a:latin typeface="Malgun Gothic"/>
                </a:rPr>
                <a:t>인코딩</a:t>
              </a:r>
              <a:r>
                <a:rPr sz="1200" b="0" dirty="0">
                  <a:solidFill>
                    <a:srgbClr val="28303D"/>
                  </a:solidFill>
                  <a:latin typeface="Malgun Gothic"/>
                </a:rPr>
                <a:t>
</a:t>
              </a:r>
              <a:r>
                <a:rPr sz="1200" b="0" dirty="0" err="1">
                  <a:solidFill>
                    <a:srgbClr val="28303D"/>
                  </a:solidFill>
                  <a:latin typeface="Malgun Gothic"/>
                </a:rPr>
                <a:t>기온·강수량</a:t>
              </a:r>
              <a:r>
                <a:rPr sz="1200" b="0" dirty="0">
                  <a:solidFill>
                    <a:srgbClr val="28303D"/>
                  </a:solidFill>
                  <a:latin typeface="Malgun Gothic"/>
                </a:rPr>
                <a:t> </a:t>
              </a:r>
              <a:r>
                <a:rPr sz="1200" b="0" dirty="0" err="1">
                  <a:solidFill>
                    <a:srgbClr val="28303D"/>
                  </a:solidFill>
                  <a:latin typeface="Malgun Gothic"/>
                </a:rPr>
                <a:t>추출</a:t>
              </a:r>
              <a:endParaRPr sz="1200" b="0" dirty="0">
                <a:solidFill>
                  <a:srgbClr val="28303D"/>
                </a:solidFill>
                <a:latin typeface="Malgun Gothic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851392" y="2176272"/>
              <a:ext cx="27432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ctr"/>
              <a:r>
                <a:rPr sz="1800" b="1">
                  <a:solidFill>
                    <a:srgbClr val="647080"/>
                  </a:solidFill>
                  <a:latin typeface="Malgun Gothic"/>
                </a:rPr>
                <a:t>→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153144" y="1508760"/>
              <a:ext cx="2514600" cy="187451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336024" y="1691640"/>
              <a:ext cx="41148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00" b="1">
                  <a:solidFill>
                    <a:srgbClr val="E94A4E"/>
                  </a:solidFill>
                  <a:latin typeface="Malgun Gothic"/>
                </a:rPr>
                <a:t>04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336024" y="2057400"/>
              <a:ext cx="210312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600" b="1">
                  <a:solidFill>
                    <a:srgbClr val="172741"/>
                  </a:solidFill>
                  <a:latin typeface="Malgun Gothic"/>
                </a:rPr>
                <a:t>Merge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336024" y="2514600"/>
              <a:ext cx="2103120" cy="68580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0">
                  <a:solidFill>
                    <a:srgbClr val="28303D"/>
                  </a:solidFill>
                  <a:latin typeface="Malgun Gothic"/>
                </a:rPr>
                <a:t>year + month + prefecture
기준 통합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94360" y="3794760"/>
              <a:ext cx="10972800" cy="1508760"/>
            </a:xfrm>
            <a:prstGeom prst="roundRect">
              <a:avLst/>
            </a:prstGeom>
            <a:solidFill>
              <a:srgbClr val="ECF3FC"/>
            </a:solidFill>
            <a:ln w="12700">
              <a:solidFill>
                <a:srgbClr val="ECF3F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22960" y="4005072"/>
              <a:ext cx="182880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300" b="1">
                  <a:solidFill>
                    <a:srgbClr val="315CA4"/>
                  </a:solidFill>
                  <a:latin typeface="Malgun Gothic"/>
                </a:rPr>
                <a:t>실제 전처리 이슈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68680" y="4407408"/>
              <a:ext cx="7215693" cy="7976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숙박통계의</a:t>
              </a:r>
              <a:r>
                <a:rPr dirty="0"/>
                <a:t> </a:t>
              </a:r>
              <a:r>
                <a:rPr dirty="0" err="1"/>
                <a:t>호주</a:t>
              </a:r>
              <a:r>
                <a:rPr dirty="0"/>
                <a:t> </a:t>
              </a:r>
              <a:r>
                <a:rPr dirty="0" err="1"/>
                <a:t>표기는</a:t>
              </a:r>
              <a:r>
                <a:rPr dirty="0"/>
                <a:t> 「</a:t>
              </a:r>
              <a:r>
                <a:rPr dirty="0" err="1"/>
                <a:t>オーストラリア</a:t>
              </a:r>
              <a:r>
                <a:rPr dirty="0"/>
                <a:t>」, </a:t>
              </a:r>
              <a:r>
                <a:rPr dirty="0" err="1"/>
                <a:t>JNTO는</a:t>
              </a:r>
              <a:r>
                <a:rPr dirty="0"/>
                <a:t> 「</a:t>
              </a:r>
              <a:r>
                <a:rPr dirty="0" err="1"/>
                <a:t>豪州</a:t>
              </a:r>
              <a:r>
                <a:rPr dirty="0"/>
                <a:t>」 → </a:t>
              </a:r>
              <a:r>
                <a:rPr dirty="0" err="1"/>
                <a:t>동일한</a:t>
              </a:r>
              <a:r>
                <a:rPr dirty="0"/>
                <a:t> </a:t>
              </a:r>
              <a:r>
                <a:rPr dirty="0" err="1"/>
                <a:t>australia</a:t>
              </a:r>
              <a:r>
                <a:rPr dirty="0"/>
                <a:t> </a:t>
              </a:r>
              <a:r>
                <a:rPr dirty="0" err="1"/>
                <a:t>컬럼으로</a:t>
              </a:r>
              <a:r>
                <a:rPr dirty="0"/>
                <a:t> </a:t>
              </a:r>
              <a:r>
                <a:rPr dirty="0" err="1"/>
                <a:t>표준화</a:t>
              </a:r>
              <a:endParaRPr lang="en-US" dirty="0"/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후쿠오카</a:t>
              </a:r>
              <a:r>
                <a:rPr dirty="0"/>
                <a:t> </a:t>
              </a:r>
              <a:r>
                <a:rPr dirty="0" err="1"/>
                <a:t>기상</a:t>
              </a:r>
              <a:r>
                <a:rPr dirty="0"/>
                <a:t> </a:t>
              </a:r>
              <a:r>
                <a:rPr dirty="0" err="1"/>
                <a:t>데이터가</a:t>
              </a:r>
              <a:r>
                <a:rPr dirty="0"/>
                <a:t> </a:t>
              </a:r>
              <a:r>
                <a:rPr dirty="0" err="1"/>
                <a:t>원본</a:t>
              </a:r>
              <a:r>
                <a:rPr dirty="0"/>
                <a:t> </a:t>
              </a:r>
              <a:r>
                <a:rPr dirty="0" err="1"/>
                <a:t>weather.csv에</a:t>
              </a:r>
              <a:r>
                <a:rPr dirty="0"/>
                <a:t> </a:t>
              </a:r>
              <a:r>
                <a:rPr dirty="0" err="1"/>
                <a:t>없어</a:t>
              </a:r>
              <a:r>
                <a:rPr dirty="0"/>
                <a:t> </a:t>
              </a:r>
              <a:r>
                <a:rPr dirty="0" err="1"/>
                <a:t>JMA에서</a:t>
              </a:r>
              <a:r>
                <a:rPr dirty="0"/>
                <a:t> </a:t>
              </a:r>
              <a:r>
                <a:rPr dirty="0" err="1"/>
                <a:t>추가</a:t>
              </a:r>
              <a:r>
                <a:rPr dirty="0"/>
                <a:t> </a:t>
              </a:r>
              <a:r>
                <a:rPr dirty="0" err="1"/>
                <a:t>다운로드</a:t>
              </a:r>
              <a:r>
                <a:rPr dirty="0"/>
                <a:t> 후 </a:t>
              </a:r>
              <a:r>
                <a:rPr dirty="0" err="1"/>
                <a:t>통합</a:t>
              </a:r>
              <a:endParaRPr dirty="0"/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숫자형</a:t>
              </a:r>
              <a:r>
                <a:rPr dirty="0"/>
                <a:t> </a:t>
              </a:r>
              <a:r>
                <a:rPr dirty="0" err="1"/>
                <a:t>컬럼의</a:t>
              </a:r>
              <a:r>
                <a:rPr dirty="0"/>
                <a:t> </a:t>
              </a:r>
              <a:r>
                <a:rPr dirty="0" err="1"/>
                <a:t>쉼표</a:t>
              </a:r>
              <a:r>
                <a:rPr dirty="0"/>
                <a:t>·* </a:t>
              </a:r>
              <a:r>
                <a:rPr dirty="0" err="1"/>
                <a:t>표기</a:t>
              </a:r>
              <a:r>
                <a:rPr dirty="0"/>
                <a:t> </a:t>
              </a:r>
              <a:r>
                <a:rPr dirty="0" err="1"/>
                <a:t>제거</a:t>
              </a:r>
              <a:r>
                <a:rPr dirty="0"/>
                <a:t> 후 numeric </a:t>
              </a:r>
              <a:r>
                <a:rPr dirty="0" err="1"/>
                <a:t>변환</a:t>
              </a:r>
              <a:r>
                <a:rPr dirty="0"/>
                <a:t>, </a:t>
              </a:r>
              <a:r>
                <a:rPr dirty="0" err="1"/>
                <a:t>지역코드</a:t>
              </a:r>
              <a:r>
                <a:rPr dirty="0"/>
                <a:t> </a:t>
              </a:r>
              <a:r>
                <a:rPr dirty="0" err="1"/>
                <a:t>제거</a:t>
              </a:r>
              <a:r>
                <a:rPr dirty="0"/>
                <a:t> 후 prefecture </a:t>
              </a:r>
              <a:r>
                <a:rPr dirty="0" err="1"/>
                <a:t>정규화</a:t>
              </a:r>
              <a:endParaRPr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8464546-A7A8-4396-9BCD-EBA0BC7AE474}"/>
                </a:ext>
              </a:extLst>
            </p:cNvPr>
            <p:cNvSpPr txBox="1"/>
            <p:nvPr/>
          </p:nvSpPr>
          <p:spPr>
            <a:xfrm>
              <a:off x="594360" y="5737860"/>
              <a:ext cx="2753254" cy="646331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8303D"/>
                  </a:solidFill>
                  <a:latin typeface="Malgun Gothic"/>
                </a:rPr>
                <a:t>*</a:t>
              </a:r>
              <a:r>
                <a:rPr sz="1200" b="1" dirty="0">
                  <a:solidFill>
                    <a:srgbClr val="28303D"/>
                  </a:solidFill>
                  <a:latin typeface="Malgun Gothic"/>
                </a:rPr>
                <a:t>CP932 </a:t>
              </a:r>
              <a:endParaRPr lang="en-US" sz="1200" b="1" dirty="0">
                <a:solidFill>
                  <a:srgbClr val="28303D"/>
                </a:solidFill>
                <a:latin typeface="Malgun Gothic"/>
              </a:endParaRPr>
            </a:p>
            <a:p>
              <a:pPr algn="l"/>
              <a:endParaRPr lang="en-US" sz="1200" b="0" dirty="0">
                <a:solidFill>
                  <a:srgbClr val="28303D"/>
                </a:solidFill>
                <a:latin typeface="Malgun Gothic"/>
              </a:endParaRPr>
            </a:p>
            <a:p>
              <a:pPr algn="l"/>
              <a:r>
                <a:rPr lang="ko-KR" altLang="en-US" sz="1200" dirty="0"/>
                <a:t>일본어 텍스트나 </a:t>
              </a:r>
              <a:r>
                <a:rPr lang="en-US" altLang="ko-KR" sz="1200" dirty="0"/>
                <a:t>CSV </a:t>
              </a:r>
              <a:r>
                <a:rPr lang="ko-KR" altLang="en-US" sz="1200" dirty="0"/>
                <a:t>파일을 읽어올 때</a:t>
              </a:r>
              <a:endParaRPr sz="1200" b="0" dirty="0">
                <a:solidFill>
                  <a:srgbClr val="28303D"/>
                </a:solidFill>
                <a:latin typeface="Malgun Gothic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4005EE33-85E5-1AB7-C8AF-80B423B22C8E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02920" y="310896"/>
              <a:ext cx="411480" cy="27432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00" b="1">
                  <a:solidFill>
                    <a:srgbClr val="2C58A0"/>
                  </a:solidFill>
                  <a:latin typeface="Malgun Gothic"/>
                </a:rPr>
                <a:t>05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32688" y="256032"/>
              <a:ext cx="10744200" cy="475488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>
                  <a:solidFill>
                    <a:srgbClr val="16233A"/>
                  </a:solidFill>
                  <a:latin typeface="Malgun Gothic"/>
                </a:rPr>
                <a:t>EDA ① 외국인 숙박 수요의 흐름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32688" y="758952"/>
              <a:ext cx="10287000" cy="3200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50" b="0">
                  <a:solidFill>
                    <a:srgbClr val="687383"/>
                  </a:solidFill>
                  <a:latin typeface="Malgun Gothic"/>
                </a:rPr>
                <a:t>2023–2025 월별 수요의 성장과 계절 변동을 확인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94360" y="1280160"/>
              <a:ext cx="7406640" cy="4434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2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" name="Picture 6" descr="258ebe97-ad53-46aa-bf71-c33cae39faf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360" y="1654779"/>
              <a:ext cx="7406640" cy="3685600"/>
            </a:xfrm>
            <a:prstGeom prst="rect">
              <a:avLst/>
            </a:prstGeom>
          </p:spPr>
        </p:pic>
        <p:sp>
          <p:nvSpPr>
            <p:cNvPr id="8" name="Rounded Rectangle 7"/>
            <p:cNvSpPr/>
            <p:nvPr/>
          </p:nvSpPr>
          <p:spPr>
            <a:xfrm>
              <a:off x="8275320" y="1280160"/>
              <a:ext cx="3273552" cy="44348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CE2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549640" y="1600200"/>
              <a:ext cx="1234440" cy="27432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>
                  <a:solidFill>
                    <a:srgbClr val="2C58A0"/>
                  </a:solidFill>
                  <a:latin typeface="Malgun Gothic"/>
                </a:rPr>
                <a:t>관찰 결과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549640" y="2011680"/>
              <a:ext cx="2606040" cy="2057400"/>
            </a:xfrm>
            <a:prstGeom prst="rect">
              <a:avLst/>
            </a:prstGeom>
            <a:noFill/>
          </p:spPr>
          <p:txBody>
            <a:bodyPr wrap="square" lIns="36576" tIns="18288" rIns="36576">
              <a:spAutoFit/>
            </a:bodyPr>
            <a:lstStyle/>
            <a:p>
              <a:pPr>
                <a:spcAft>
                  <a:spcPts val="400"/>
                </a:spcAft>
                <a:defRPr sz="1300">
                  <a:solidFill>
                    <a:srgbClr val="2D3644"/>
                  </a:solidFill>
                  <a:latin typeface="Malgun Gothic"/>
                </a:defRPr>
              </a:pPr>
              <a:r>
                <a:t>• 2023년 이후 외국인 숙박 수요가 전반적으로 증가</a:t>
              </a:r>
            </a:p>
            <a:p>
              <a:pPr>
                <a:spcAft>
                  <a:spcPts val="400"/>
                </a:spcAft>
                <a:defRPr sz="1300">
                  <a:solidFill>
                    <a:srgbClr val="2D3644"/>
                  </a:solidFill>
                  <a:latin typeface="Malgun Gothic"/>
                </a:defRPr>
              </a:pPr>
              <a:r>
                <a:t>• 월별 증감이 반복되어 계절적 변동이 존재</a:t>
              </a:r>
            </a:p>
            <a:p>
              <a:pPr>
                <a:spcAft>
                  <a:spcPts val="400"/>
                </a:spcAft>
                <a:defRPr sz="1300">
                  <a:solidFill>
                    <a:srgbClr val="2D3644"/>
                  </a:solidFill>
                  <a:latin typeface="Malgun Gothic"/>
                </a:defRPr>
              </a:pPr>
              <a:r>
                <a:t>• 단순 추세만으로는 설명하기 어려워 월·국가별 방문객·기후 변수를 추가 분석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503920" y="4343400"/>
              <a:ext cx="2697480" cy="868680"/>
            </a:xfrm>
            <a:prstGeom prst="roundRect">
              <a:avLst/>
            </a:prstGeom>
            <a:solidFill>
              <a:srgbClr val="EBF2FC"/>
            </a:solidFill>
            <a:ln w="12700">
              <a:solidFill>
                <a:srgbClr val="EBF2F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686800" y="4517136"/>
              <a:ext cx="914400" cy="22860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50" b="1">
                  <a:solidFill>
                    <a:srgbClr val="2C58A0"/>
                  </a:solidFill>
                  <a:latin typeface="Malgun Gothic"/>
                </a:rPr>
                <a:t>EDA 결론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686800" y="4693764"/>
              <a:ext cx="2194560" cy="384048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50" b="1">
                  <a:solidFill>
                    <a:srgbClr val="16233A"/>
                  </a:solidFill>
                  <a:latin typeface="Malgun Gothic"/>
                </a:rPr>
                <a:t>시간 순서와 월 특성을
모델에 반드시 반영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94360" y="6510528"/>
              <a:ext cx="5486400" cy="18288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850" b="0">
                  <a:solidFill>
                    <a:srgbClr val="96A0AF"/>
                  </a:solidFill>
                  <a:latin typeface="Malgun Gothic"/>
                </a:rPr>
                <a:t>Japan Inbound Accommodation Demand Forecast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405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94771D48-2C44-30C3-F318-33CFB0DB0F5F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02920" y="310896"/>
              <a:ext cx="411480" cy="27432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00" b="1">
                  <a:solidFill>
                    <a:srgbClr val="2C58A0"/>
                  </a:solidFill>
                  <a:latin typeface="Malgun Gothic"/>
                </a:rPr>
                <a:t>06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32688" y="256032"/>
              <a:ext cx="10744200" cy="475488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>
                  <a:solidFill>
                    <a:srgbClr val="16233A"/>
                  </a:solidFill>
                  <a:latin typeface="Malgun Gothic"/>
                </a:rPr>
                <a:t>EDA ② 변수 관계와 Leakage 위험 발견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32688" y="758952"/>
              <a:ext cx="10287000" cy="3200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50" b="0">
                  <a:solidFill>
                    <a:srgbClr val="687383"/>
                  </a:solidFill>
                  <a:latin typeface="Malgun Gothic"/>
                </a:rPr>
                <a:t>상관분석 결과를 그대로 모델 입력으로 사용하지 않고 데이터 생성 구조까지 점검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94360" y="1261872"/>
              <a:ext cx="6085840" cy="3982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2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" name="Picture 6" descr="20f4014c-1a06-46fb-88bd-3fa017f8c298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473" y="1261872"/>
              <a:ext cx="5621847" cy="3972952"/>
            </a:xfrm>
            <a:prstGeom prst="rect">
              <a:avLst/>
            </a:prstGeom>
          </p:spPr>
        </p:pic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E8395D90-77C9-5AF5-433C-966C74C8CF00}"/>
                </a:ext>
              </a:extLst>
            </p:cNvPr>
            <p:cNvGrpSpPr/>
            <p:nvPr/>
          </p:nvGrpSpPr>
          <p:grpSpPr>
            <a:xfrm>
              <a:off x="7589520" y="1271641"/>
              <a:ext cx="3422670" cy="3982721"/>
              <a:chOff x="7589520" y="1261872"/>
              <a:chExt cx="3950208" cy="4617720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7589520" y="1261872"/>
                <a:ext cx="3950208" cy="4617720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DCE2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7845552" y="1572768"/>
                <a:ext cx="1371600" cy="274320"/>
              </a:xfrm>
              <a:prstGeom prst="rect">
                <a:avLst/>
              </a:prstGeom>
              <a:noFill/>
            </p:spPr>
            <p:txBody>
              <a:bodyPr wrap="square" lIns="45720" rIns="45720" anchor="t">
                <a:spAutoFit/>
              </a:bodyPr>
              <a:lstStyle/>
              <a:p>
                <a:pPr algn="l">
                  <a:spcAft>
                    <a:spcPts val="0"/>
                  </a:spcAft>
                </a:pPr>
                <a:r>
                  <a:rPr sz="1300" b="1">
                    <a:solidFill>
                      <a:srgbClr val="2C58A0"/>
                    </a:solidFill>
                    <a:latin typeface="Malgun Gothic"/>
                  </a:rPr>
                  <a:t>핵심 해석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7816245" y="1965960"/>
                <a:ext cx="3490350" cy="2070310"/>
              </a:xfrm>
              <a:prstGeom prst="rect">
                <a:avLst/>
              </a:prstGeom>
              <a:noFill/>
            </p:spPr>
            <p:txBody>
              <a:bodyPr wrap="square" lIns="36576" tIns="18288" rIns="36576" bIns="45720" anchor="t">
                <a:spAutoFit/>
              </a:bodyPr>
              <a:lstStyle/>
              <a:p>
                <a:pPr>
                  <a:spcAft>
                    <a:spcPts val="400"/>
                  </a:spcAft>
                  <a:defRPr sz="1300">
                    <a:solidFill>
                      <a:srgbClr val="2D3644"/>
                    </a:solidFill>
                    <a:latin typeface="Malgun Gothic"/>
                  </a:defRPr>
                </a:pPr>
                <a:r>
                  <a:rPr dirty="0"/>
                  <a:t>• </a:t>
                </a:r>
                <a:r>
                  <a:rPr lang="ko-KR" altLang="en-US" sz="1400" dirty="0">
                    <a:solidFill>
                      <a:srgbClr val="000000"/>
                    </a:solidFill>
                    <a:latin typeface="Calibri"/>
                    <a:ea typeface="맑은 고딕"/>
                    <a:cs typeface="Calibri"/>
                  </a:rPr>
                  <a:t>전체 외국인 </a:t>
                </a:r>
                <a:r>
                  <a:rPr lang="ko-KR" altLang="en-US" sz="1400" dirty="0" err="1">
                    <a:solidFill>
                      <a:srgbClr val="000000"/>
                    </a:solidFill>
                    <a:latin typeface="Calibri"/>
                    <a:ea typeface="맑은 고딕"/>
                    <a:cs typeface="Calibri"/>
                  </a:rPr>
                  <a:t>숙박객</a:t>
                </a:r>
                <a:r>
                  <a:rPr lang="ko-KR" altLang="en-US" sz="1400" dirty="0">
                    <a:solidFill>
                      <a:srgbClr val="000000"/>
                    </a:solidFill>
                    <a:latin typeface="Calibri"/>
                    <a:ea typeface="맑은 고딕"/>
                    <a:cs typeface="Calibri"/>
                  </a:rPr>
                  <a:t> 수와</a:t>
                </a:r>
                <a:r>
                  <a:rPr dirty="0"/>
                  <a:t> 지역별 </a:t>
                </a:r>
                <a:endParaRPr lang="ko-KR" altLang="en-US" dirty="0"/>
              </a:p>
              <a:p>
                <a:pPr>
                  <a:spcAft>
                    <a:spcPts val="400"/>
                  </a:spcAft>
                  <a:defRPr sz="1300">
                    <a:solidFill>
                      <a:srgbClr val="2D3644"/>
                    </a:solidFill>
                    <a:latin typeface="Malgun Gothic"/>
                  </a:defRPr>
                </a:pPr>
                <a:r>
                  <a:rPr lang="ko-KR" dirty="0">
                    <a:ea typeface="맑은 고딕"/>
                  </a:rPr>
                  <a:t>   </a:t>
                </a:r>
                <a:r>
                  <a:rPr dirty="0"/>
                  <a:t>국적 </a:t>
                </a:r>
                <a:r>
                  <a:rPr dirty="0" err="1"/>
                  <a:t>숙박값의</a:t>
                </a:r>
                <a:r>
                  <a:rPr dirty="0"/>
                  <a:t> 상관이 매우 높음</a:t>
                </a:r>
                <a:endParaRPr lang="ko-KR" altLang="en-US">
                  <a:ea typeface="Malgun Gothic"/>
                </a:endParaRPr>
              </a:p>
              <a:p>
                <a:pPr>
                  <a:spcAft>
                    <a:spcPts val="400"/>
                  </a:spcAft>
                  <a:defRPr sz="1300">
                    <a:solidFill>
                      <a:srgbClr val="2D3644"/>
                    </a:solidFill>
                    <a:latin typeface="Malgun Gothic"/>
                  </a:defRPr>
                </a:pPr>
                <a:r>
                  <a:rPr dirty="0"/>
                  <a:t>• 하지만 이 국적별 </a:t>
                </a:r>
                <a:r>
                  <a:rPr dirty="0" err="1"/>
                  <a:t>숙박값은</a:t>
                </a:r>
                <a:r>
                  <a:rPr dirty="0"/>
                  <a:t> </a:t>
                </a:r>
                <a:r>
                  <a:rPr lang="ko-KR" altLang="en-US" sz="1400" dirty="0">
                    <a:solidFill>
                      <a:srgbClr val="000000"/>
                    </a:solidFill>
                    <a:latin typeface="Calibri"/>
                    <a:ea typeface="맑은 고딕"/>
                    <a:cs typeface="Calibri"/>
                  </a:rPr>
                  <a:t>전체 외국인 </a:t>
                </a:r>
                <a:endParaRPr lang="ko-KR" sz="1300" dirty="0">
                  <a:solidFill>
                    <a:srgbClr val="2D3644"/>
                  </a:solidFill>
                  <a:latin typeface="Malgun Gothic"/>
                  <a:ea typeface="Malgun Gothic"/>
                  <a:cs typeface="Calibri"/>
                </a:endParaRPr>
              </a:p>
              <a:p>
                <a:pPr>
                  <a:spcAft>
                    <a:spcPts val="400"/>
                  </a:spcAft>
                  <a:defRPr sz="1300">
                    <a:solidFill>
                      <a:srgbClr val="2D3644"/>
                    </a:solidFill>
                    <a:latin typeface="Malgun Gothic"/>
                  </a:defRPr>
                </a:pPr>
                <a:r>
                  <a:rPr lang="ko-KR" altLang="en-US" sz="1400" dirty="0">
                    <a:solidFill>
                      <a:srgbClr val="000000"/>
                    </a:solidFill>
                    <a:latin typeface="Calibri"/>
                    <a:ea typeface="맑은 고딕"/>
                    <a:cs typeface="Calibri"/>
                  </a:rPr>
                  <a:t>   </a:t>
                </a:r>
                <a:r>
                  <a:rPr lang="ko-KR" altLang="en-US" sz="1400" dirty="0" err="1">
                    <a:solidFill>
                      <a:srgbClr val="000000"/>
                    </a:solidFill>
                    <a:latin typeface="Calibri"/>
                    <a:ea typeface="맑은 고딕"/>
                    <a:cs typeface="Calibri"/>
                  </a:rPr>
                  <a:t>숙박객</a:t>
                </a:r>
                <a:r>
                  <a:rPr lang="ko-KR" altLang="en-US" sz="1400" dirty="0">
                    <a:solidFill>
                      <a:srgbClr val="000000"/>
                    </a:solidFill>
                    <a:latin typeface="Calibri"/>
                    <a:ea typeface="맑은 고딕"/>
                    <a:cs typeface="Calibri"/>
                  </a:rPr>
                  <a:t> 수를</a:t>
                </a:r>
                <a:r>
                  <a:rPr dirty="0"/>
                  <a:t> </a:t>
                </a:r>
                <a:r>
                  <a:rPr dirty="0" err="1"/>
                  <a:t>구성하는</a:t>
                </a:r>
                <a:r>
                  <a:rPr dirty="0"/>
                  <a:t> 값</a:t>
                </a:r>
                <a:endParaRPr>
                  <a:ea typeface="Malgun Gothic"/>
                </a:endParaRPr>
              </a:p>
              <a:p>
                <a:pPr>
                  <a:spcAft>
                    <a:spcPts val="400"/>
                  </a:spcAft>
                  <a:defRPr sz="1300">
                    <a:solidFill>
                      <a:srgbClr val="2D3644"/>
                    </a:solidFill>
                    <a:latin typeface="Malgun Gothic"/>
                  </a:defRPr>
                </a:pPr>
                <a:r>
                  <a:rPr dirty="0"/>
                  <a:t>• 예측 시점에 정답 일부를 미리 사용하는 </a:t>
                </a:r>
                <a:r>
                  <a:rPr lang="ko-KR" dirty="0">
                    <a:ea typeface="맑은 고딕"/>
                  </a:rPr>
                  <a:t>  </a:t>
                </a:r>
                <a:endParaRPr lang="ko-KR" dirty="0" err="1">
                  <a:ea typeface="Malgun Gothic"/>
                </a:endParaRPr>
              </a:p>
              <a:p>
                <a:pPr>
                  <a:spcAft>
                    <a:spcPts val="400"/>
                  </a:spcAft>
                  <a:defRPr sz="1300">
                    <a:solidFill>
                      <a:srgbClr val="2D3644"/>
                    </a:solidFill>
                    <a:latin typeface="Malgun Gothic"/>
                  </a:defRPr>
                </a:pPr>
                <a:r>
                  <a:rPr lang="ko-KR" dirty="0">
                    <a:ea typeface="Malgun Gothic"/>
                  </a:rPr>
                  <a:t>   </a:t>
                </a:r>
                <a:r>
                  <a:rPr dirty="0"/>
                  <a:t>Target Leakage </a:t>
                </a:r>
                <a:r>
                  <a:rPr dirty="0" err="1"/>
                  <a:t>가능성</a:t>
                </a:r>
                <a:endParaRPr err="1">
                  <a:ea typeface="Malgun Gothic"/>
                </a:endParaRPr>
              </a:p>
              <a:p>
                <a:pPr>
                  <a:spcAft>
                    <a:spcPts val="400"/>
                  </a:spcAft>
                  <a:defRPr sz="1300">
                    <a:solidFill>
                      <a:srgbClr val="2D3644"/>
                    </a:solidFill>
                    <a:latin typeface="Malgun Gothic"/>
                  </a:defRPr>
                </a:pPr>
                <a:r>
                  <a:rPr dirty="0"/>
                  <a:t>• 따라서 </a:t>
                </a:r>
                <a:r>
                  <a:rPr dirty="0" err="1"/>
                  <a:t>EDA에는</a:t>
                </a:r>
                <a:r>
                  <a:rPr dirty="0"/>
                  <a:t> 활용하되 </a:t>
                </a:r>
                <a:endParaRPr lang="ko-KR" dirty="0" err="1"/>
              </a:p>
              <a:p>
                <a:pPr>
                  <a:spcAft>
                    <a:spcPts val="400"/>
                  </a:spcAft>
                  <a:defRPr sz="1300">
                    <a:solidFill>
                      <a:srgbClr val="2D3644"/>
                    </a:solidFill>
                    <a:latin typeface="Malgun Gothic"/>
                  </a:defRPr>
                </a:pPr>
                <a:r>
                  <a:rPr lang="ko-KR" dirty="0"/>
                  <a:t>   </a:t>
                </a:r>
                <a:r>
                  <a:rPr dirty="0" err="1"/>
                  <a:t>최종</a:t>
                </a:r>
                <a:r>
                  <a:rPr dirty="0"/>
                  <a:t> </a:t>
                </a:r>
                <a:r>
                  <a:rPr dirty="0" err="1"/>
                  <a:t>예측</a:t>
                </a:r>
                <a:r>
                  <a:rPr dirty="0"/>
                  <a:t> </a:t>
                </a:r>
                <a:r>
                  <a:rPr dirty="0" err="1"/>
                  <a:t>변수에서는</a:t>
                </a:r>
                <a:r>
                  <a:rPr dirty="0"/>
                  <a:t> </a:t>
                </a:r>
                <a:r>
                  <a:rPr dirty="0" err="1"/>
                  <a:t>제외</a:t>
                </a:r>
                <a:endParaRPr>
                  <a:ea typeface="Malgun Gothic"/>
                </a:endParaRP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7964657" y="4856821"/>
                <a:ext cx="3246120" cy="731520"/>
              </a:xfrm>
              <a:prstGeom prst="roundRect">
                <a:avLst/>
              </a:prstGeom>
              <a:solidFill>
                <a:srgbClr val="FDEEEF"/>
              </a:solidFill>
              <a:ln w="12700">
                <a:solidFill>
                  <a:srgbClr val="FDEE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8174969" y="5062768"/>
                <a:ext cx="2834640" cy="256032"/>
              </a:xfrm>
              <a:prstGeom prst="rect">
                <a:avLst/>
              </a:prstGeom>
              <a:noFill/>
            </p:spPr>
            <p:txBody>
              <a:bodyPr wrap="square" lIns="45720" rIns="45720" anchor="t">
                <a:sp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sz="1230" b="1">
                    <a:solidFill>
                      <a:srgbClr val="E24C51"/>
                    </a:solidFill>
                    <a:latin typeface="Malgun Gothic"/>
                  </a:rPr>
                  <a:t>높은 상관 ≠ 안전한 예측 변수</a:t>
                </a:r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594360" y="6510528"/>
              <a:ext cx="5486400" cy="18288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850" b="0">
                  <a:solidFill>
                    <a:srgbClr val="96A0AF"/>
                  </a:solidFill>
                  <a:latin typeface="Malgun Gothic"/>
                </a:rPr>
                <a:t>Japan Inbound Accommodation Demand Forecast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3E66B6-6446-A818-F3AB-4A8DD2B1B61A}"/>
                </a:ext>
              </a:extLst>
            </p:cNvPr>
            <p:cNvSpPr txBox="1"/>
            <p:nvPr/>
          </p:nvSpPr>
          <p:spPr>
            <a:xfrm>
              <a:off x="781895" y="5603527"/>
              <a:ext cx="10810848" cy="73866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altLang="ko-KR" sz="1400" b="1" dirty="0">
                  <a:effectLst/>
                </a:rPr>
                <a:t>EDA </a:t>
              </a:r>
              <a:r>
                <a:rPr lang="ko-KR" altLang="en-US" sz="1400" b="1" dirty="0">
                  <a:effectLst/>
                </a:rPr>
                <a:t>결과 요약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2023~2025</a:t>
              </a:r>
              <a:r>
                <a:rPr lang="ko-KR" altLang="en-US" sz="1400" dirty="0"/>
                <a:t>년 일본 외국인 숙박 수요는 전반적으로 증가했고 월별 계절성이 나타났다</a:t>
              </a:r>
              <a:r>
                <a:rPr lang="en-US" altLang="ko-KR" sz="1400" dirty="0"/>
                <a:t>. </a:t>
              </a:r>
              <a:r>
                <a:rPr lang="ko-KR" altLang="en-US" sz="1400" dirty="0"/>
                <a:t>지역별 숙박 수요 차이가 크며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국적별 지역 </a:t>
              </a:r>
              <a:r>
                <a:rPr lang="ko-KR" altLang="en-US" sz="1400" dirty="0" err="1"/>
                <a:t>숙박객</a:t>
              </a:r>
              <a:r>
                <a:rPr lang="ko-KR" altLang="en-US" sz="1400" dirty="0"/>
                <a:t> 수는 전체 외국인 </a:t>
              </a:r>
              <a:r>
                <a:rPr lang="ko-KR" altLang="en-US" sz="1400" dirty="0" err="1"/>
                <a:t>숙박객</a:t>
              </a:r>
              <a:r>
                <a:rPr lang="ko-KR" altLang="en-US" sz="1400" dirty="0"/>
                <a:t> 수와 매우 높은 관련성을 보였다</a:t>
              </a:r>
              <a:r>
                <a:rPr lang="en-US" altLang="ko-KR" sz="1400" dirty="0"/>
                <a:t>. </a:t>
              </a:r>
              <a:r>
                <a:rPr lang="ko-KR" altLang="en-US" sz="1400" dirty="0"/>
                <a:t>반면 일본 전체 국가별 방문객 수와 기후 변수는 전체 지역을 통합한 상관분석에서는 비교적 약한 관계를 보였다</a:t>
              </a:r>
              <a:r>
                <a:rPr lang="en-US" altLang="ko-KR" sz="1400" dirty="0"/>
                <a:t>.</a:t>
              </a:r>
              <a:endParaRPr sz="1300" b="1" dirty="0">
                <a:solidFill>
                  <a:srgbClr val="E94A4E"/>
                </a:solidFill>
                <a:latin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6032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C959BEE2-5648-28A9-9E00-DF8561FD1CF0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48640" y="384048"/>
              <a:ext cx="332142" cy="246221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l"/>
              <a:r>
                <a:rPr lang="en-US" sz="1000" b="1" dirty="0">
                  <a:solidFill>
                    <a:srgbClr val="315CA4"/>
                  </a:solidFill>
                  <a:latin typeface="Malgun Gothic"/>
                </a:rPr>
                <a:t>07</a:t>
              </a:r>
              <a:endParaRPr sz="1000" b="1" dirty="0">
                <a:solidFill>
                  <a:srgbClr val="315CA4"/>
                </a:solidFill>
                <a:latin typeface="Malgun Gothic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05840" y="292608"/>
              <a:ext cx="10698480" cy="5943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2500" b="1">
                  <a:solidFill>
                    <a:srgbClr val="172741"/>
                  </a:solidFill>
                  <a:latin typeface="Malgun Gothic"/>
                </a:rPr>
                <a:t>모델링에서 가장 중요한 판단: Target Leakage 제거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05840" y="841248"/>
              <a:ext cx="1024128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050" b="0">
                  <a:solidFill>
                    <a:srgbClr val="647080"/>
                  </a:solidFill>
                  <a:latin typeface="Malgun Gothic"/>
                </a:rPr>
                <a:t>높은 정확도보다 실제 예측 가능한 구조를 우선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463040"/>
              <a:ext cx="5074920" cy="3474720"/>
            </a:xfrm>
            <a:prstGeom prst="roundRect">
              <a:avLst/>
            </a:prstGeom>
            <a:solidFill>
              <a:srgbClr val="FEEFF0"/>
            </a:solidFill>
            <a:ln w="12700">
              <a:solidFill>
                <a:srgbClr val="F8CD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1783080"/>
              <a:ext cx="182880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500" b="1">
                  <a:solidFill>
                    <a:srgbClr val="E94A4E"/>
                  </a:solidFill>
                  <a:latin typeface="Malgun Gothic"/>
                </a:rPr>
                <a:t>제외한 변수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2240280"/>
              <a:ext cx="4206240" cy="8229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2200" b="1">
                  <a:solidFill>
                    <a:srgbClr val="172741"/>
                  </a:solidFill>
                  <a:latin typeface="Malgun Gothic"/>
                </a:rPr>
                <a:t>지역별 국가 숙박객 수
(korea, china, taiwan, usa …)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4400" y="3246120"/>
              <a:ext cx="4343400" cy="10515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300" b="0">
                  <a:solidFill>
                    <a:srgbClr val="28303D"/>
                  </a:solidFill>
                  <a:latin typeface="Malgun Gothic"/>
                </a:rPr>
                <a:t>이 값들은 목표변수 foreign_total의 구성요소이므로
예측 시점에 알 수 없는 정답 일부를 미리 보는 효과가 발생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989320" y="1463040"/>
              <a:ext cx="5577840" cy="3474720"/>
            </a:xfrm>
            <a:prstGeom prst="roundRect">
              <a:avLst/>
            </a:prstGeom>
            <a:solidFill>
              <a:srgbClr val="ECF3FC"/>
            </a:solidFill>
            <a:ln w="12700">
              <a:solidFill>
                <a:srgbClr val="CCDB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63640" y="1783080"/>
              <a:ext cx="210312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500" b="1">
                  <a:solidFill>
                    <a:srgbClr val="315CA4"/>
                  </a:solidFill>
                  <a:latin typeface="Malgun Gothic"/>
                </a:rPr>
                <a:t>대신 사용한 정보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55080" y="2240280"/>
              <a:ext cx="4663440" cy="20116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Aft>
                  <a:spcPts val="500"/>
                </a:spcAft>
                <a:defRPr sz="1600">
                  <a:solidFill>
                    <a:srgbClr val="28303D"/>
                  </a:solidFill>
                  <a:latin typeface="Malgun Gothic"/>
                </a:defRPr>
              </a:pPr>
              <a:r>
                <a:t>• 전월 지역 전체 외국인 숙박 수요</a:t>
              </a:r>
            </a:p>
            <a:p>
              <a:pPr>
                <a:spcAft>
                  <a:spcPts val="500"/>
                </a:spcAft>
                <a:defRPr sz="1600">
                  <a:solidFill>
                    <a:srgbClr val="28303D"/>
                  </a:solidFill>
                  <a:latin typeface="Malgun Gothic"/>
                </a:defRPr>
              </a:pPr>
              <a:r>
                <a:t>• 전월 JNTO 8개국 방일객 수</a:t>
              </a:r>
            </a:p>
            <a:p>
              <a:pPr>
                <a:spcAft>
                  <a:spcPts val="500"/>
                </a:spcAft>
                <a:defRPr sz="1600">
                  <a:solidFill>
                    <a:srgbClr val="28303D"/>
                  </a:solidFill>
                  <a:latin typeface="Malgun Gothic"/>
                </a:defRPr>
              </a:pPr>
              <a:r>
                <a:t>• 전월 평균기온·강수량</a:t>
              </a:r>
            </a:p>
            <a:p>
              <a:pPr>
                <a:spcAft>
                  <a:spcPts val="500"/>
                </a:spcAft>
                <a:defRPr sz="1600">
                  <a:solidFill>
                    <a:srgbClr val="28303D"/>
                  </a:solidFill>
                  <a:latin typeface="Malgun Gothic"/>
                </a:defRPr>
              </a:pPr>
              <a:r>
                <a:t>• 예측 연도·월·지역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55080" y="4389120"/>
              <a:ext cx="475488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400" b="1">
                  <a:solidFill>
                    <a:srgbClr val="172741"/>
                  </a:solidFill>
                  <a:latin typeface="Malgun Gothic"/>
                </a:rPr>
                <a:t>→ 설명 가능한 '다음 달 예측' 구조로 전환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331F4665-E4CB-C7DA-DDC3-1BB6C58499C0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48640" y="384048"/>
              <a:ext cx="332142" cy="246221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l"/>
              <a:r>
                <a:rPr lang="en-US" sz="1000" b="1" dirty="0">
                  <a:solidFill>
                    <a:srgbClr val="315CA4"/>
                  </a:solidFill>
                  <a:latin typeface="Malgun Gothic"/>
                </a:rPr>
                <a:t>08</a:t>
              </a:r>
              <a:endParaRPr sz="1000" b="1" dirty="0">
                <a:solidFill>
                  <a:srgbClr val="315CA4"/>
                </a:solidFill>
                <a:latin typeface="Malgun Gothic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05840" y="292608"/>
              <a:ext cx="10698480" cy="5943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2500" b="1">
                  <a:solidFill>
                    <a:srgbClr val="172741"/>
                  </a:solidFill>
                  <a:latin typeface="Malgun Gothic"/>
                </a:rPr>
                <a:t>최종 모델 설계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05840" y="841248"/>
              <a:ext cx="1024128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050" b="0">
                  <a:solidFill>
                    <a:srgbClr val="647080"/>
                  </a:solidFill>
                  <a:latin typeface="Malgun Gothic"/>
                </a:rPr>
                <a:t>Random Forest + Lag 1 + 시간 순서 기반 검증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417320"/>
              <a:ext cx="6470725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05840" y="1695548"/>
              <a:ext cx="100584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ctr"/>
              <a:r>
                <a:rPr sz="1800" b="1">
                  <a:solidFill>
                    <a:srgbClr val="172741"/>
                  </a:solidFill>
                  <a:latin typeface="Malgun Gothic"/>
                </a:rPr>
                <a:t>2023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63240" y="1695548"/>
              <a:ext cx="100584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ctr"/>
              <a:r>
                <a:rPr sz="1800" b="1">
                  <a:solidFill>
                    <a:srgbClr val="172741"/>
                  </a:solidFill>
                  <a:latin typeface="Malgun Gothic"/>
                </a:rPr>
                <a:t>2024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20640" y="1695548"/>
              <a:ext cx="100584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ctr"/>
              <a:r>
                <a:rPr sz="1800" b="1">
                  <a:solidFill>
                    <a:srgbClr val="E94A4E"/>
                  </a:solidFill>
                  <a:latin typeface="Malgun Gothic"/>
                </a:rPr>
                <a:t>2025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14400" y="2198468"/>
              <a:ext cx="4160520" cy="502920"/>
            </a:xfrm>
            <a:prstGeom prst="roundRect">
              <a:avLst/>
            </a:prstGeom>
            <a:solidFill>
              <a:srgbClr val="315CA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14400" y="2293659"/>
              <a:ext cx="4160520" cy="32918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Malgun Gothic"/>
                </a:rPr>
                <a:t>TRAIN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74920" y="2198468"/>
              <a:ext cx="1783080" cy="502920"/>
            </a:xfrm>
            <a:prstGeom prst="roundRect">
              <a:avLst/>
            </a:prstGeom>
            <a:solidFill>
              <a:srgbClr val="E94A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74920" y="2293659"/>
              <a:ext cx="1783080" cy="32918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Malgun Gothic"/>
                </a:rPr>
                <a:t>TEST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757246" y="3018058"/>
              <a:ext cx="109728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00" b="1">
                  <a:solidFill>
                    <a:srgbClr val="315CA4"/>
                  </a:solidFill>
                  <a:latin typeface="Malgun Gothic"/>
                </a:rPr>
                <a:t>모델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57246" y="3286999"/>
              <a:ext cx="3337560" cy="68580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600" b="1" dirty="0" err="1">
                  <a:solidFill>
                    <a:srgbClr val="172741"/>
                  </a:solidFill>
                  <a:latin typeface="Malgun Gothic"/>
                </a:rPr>
                <a:t>RandomForestRegressor</a:t>
              </a:r>
              <a:r>
                <a:rPr sz="1600" b="1" dirty="0">
                  <a:solidFill>
                    <a:srgbClr val="172741"/>
                  </a:solidFill>
                  <a:latin typeface="Malgun Gothic"/>
                </a:rPr>
                <a:t>
300 trees · </a:t>
              </a:r>
              <a:r>
                <a:rPr sz="1600" b="1" dirty="0" err="1">
                  <a:solidFill>
                    <a:srgbClr val="172741"/>
                  </a:solidFill>
                  <a:latin typeface="Malgun Gothic"/>
                </a:rPr>
                <a:t>random_state</a:t>
              </a:r>
              <a:r>
                <a:rPr sz="1600" b="1" dirty="0">
                  <a:solidFill>
                    <a:srgbClr val="172741"/>
                  </a:solidFill>
                  <a:latin typeface="Malgun Gothic"/>
                </a:rPr>
                <a:t>=42</a:t>
              </a: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73CDE97A-C999-4A83-8675-4FD8F5E48D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00487" y="1509932"/>
              <a:ext cx="4519760" cy="3922205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EC37C76-B998-F1A3-FEAB-53FD30044FF6}"/>
                </a:ext>
              </a:extLst>
            </p:cNvPr>
            <p:cNvSpPr txBox="1"/>
            <p:nvPr/>
          </p:nvSpPr>
          <p:spPr>
            <a:xfrm>
              <a:off x="3814298" y="3906910"/>
              <a:ext cx="1097280" cy="22860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Aft>
                  <a:spcPts val="0"/>
                </a:spcAft>
              </a:pPr>
              <a:r>
                <a:rPr sz="1100" b="1">
                  <a:solidFill>
                    <a:srgbClr val="2C58A0"/>
                  </a:solidFill>
                  <a:latin typeface="Malgun Gothic"/>
                </a:rPr>
                <a:t>검증 방식</a:t>
              </a:r>
            </a:p>
          </p:txBody>
        </p:sp>
        <p:sp>
          <p:nvSpPr>
            <p:cNvPr id="21" name="TextBox 19">
              <a:extLst>
                <a:ext uri="{FF2B5EF4-FFF2-40B4-BE49-F238E27FC236}">
                  <a16:creationId xmlns:a16="http://schemas.microsoft.com/office/drawing/2014/main" id="{2E48D4E3-70C5-8559-F7D7-C5A3F243917D}"/>
                </a:ext>
              </a:extLst>
            </p:cNvPr>
            <p:cNvSpPr txBox="1"/>
            <p:nvPr/>
          </p:nvSpPr>
          <p:spPr>
            <a:xfrm>
              <a:off x="3814298" y="4186623"/>
              <a:ext cx="3191804" cy="507831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Aft>
                  <a:spcPts val="0"/>
                </a:spcAft>
              </a:pPr>
              <a:r>
                <a:rPr sz="1350" b="1">
                  <a:solidFill>
                    <a:srgbClr val="16233A"/>
                  </a:solidFill>
                  <a:latin typeface="Malgun Gothic"/>
                </a:rPr>
                <a:t>Random Split을 사용하지 않고
2025년 전체를 미래 구간으로 분리</a:t>
              </a:r>
            </a:p>
          </p:txBody>
        </p:sp>
        <p:sp>
          <p:nvSpPr>
            <p:cNvPr id="22" name="TextBox 13">
              <a:extLst>
                <a:ext uri="{FF2B5EF4-FFF2-40B4-BE49-F238E27FC236}">
                  <a16:creationId xmlns:a16="http://schemas.microsoft.com/office/drawing/2014/main" id="{37031159-D54E-C0C6-1FE2-326F17C95BC5}"/>
                </a:ext>
              </a:extLst>
            </p:cNvPr>
            <p:cNvSpPr txBox="1"/>
            <p:nvPr/>
          </p:nvSpPr>
          <p:spPr>
            <a:xfrm>
              <a:off x="896112" y="3127248"/>
              <a:ext cx="1188720" cy="256032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Aft>
                  <a:spcPts val="0"/>
                </a:spcAft>
              </a:pPr>
              <a:r>
                <a:rPr sz="1100" b="1">
                  <a:solidFill>
                    <a:srgbClr val="2C58A0"/>
                  </a:solidFill>
                  <a:latin typeface="Malgun Gothic"/>
                </a:rPr>
                <a:t>입력 특징</a:t>
              </a:r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EF2B44C2-2BCC-B531-370F-20A3D32CF0E0}"/>
                </a:ext>
              </a:extLst>
            </p:cNvPr>
            <p:cNvSpPr txBox="1"/>
            <p:nvPr/>
          </p:nvSpPr>
          <p:spPr>
            <a:xfrm>
              <a:off x="894862" y="3493008"/>
              <a:ext cx="2769382" cy="1018740"/>
            </a:xfrm>
            <a:prstGeom prst="rect">
              <a:avLst/>
            </a:prstGeom>
            <a:noFill/>
          </p:spPr>
          <p:txBody>
            <a:bodyPr wrap="square" lIns="36576" tIns="18288" rIns="36576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400"/>
                </a:spcAft>
                <a:defRPr sz="1300">
                  <a:solidFill>
                    <a:srgbClr val="2D3644"/>
                  </a:solidFill>
                  <a:latin typeface="Malgun Gothic"/>
                </a:defRPr>
              </a:pPr>
              <a:r>
                <a:t>• 전월 지역 전체 외국인 숙박 수요</a:t>
              </a:r>
            </a:p>
            <a:p>
              <a:pPr>
                <a:spcAft>
                  <a:spcPts val="400"/>
                </a:spcAft>
                <a:defRPr sz="1300">
                  <a:solidFill>
                    <a:srgbClr val="2D3644"/>
                  </a:solidFill>
                  <a:latin typeface="Malgun Gothic"/>
                </a:defRPr>
              </a:pPr>
              <a:r>
                <a:t>• 전월 JNTO 8개국 방문객 수</a:t>
              </a:r>
            </a:p>
            <a:p>
              <a:pPr>
                <a:spcAft>
                  <a:spcPts val="400"/>
                </a:spcAft>
                <a:defRPr sz="1300">
                  <a:solidFill>
                    <a:srgbClr val="2D3644"/>
                  </a:solidFill>
                  <a:latin typeface="Malgun Gothic"/>
                </a:defRPr>
              </a:pPr>
              <a:r>
                <a:t>• 전월 평균기온·강수량</a:t>
              </a:r>
            </a:p>
            <a:p>
              <a:pPr>
                <a:spcAft>
                  <a:spcPts val="400"/>
                </a:spcAft>
                <a:defRPr sz="1300">
                  <a:solidFill>
                    <a:srgbClr val="2D3644"/>
                  </a:solidFill>
                  <a:latin typeface="Malgun Gothic"/>
                </a:defRPr>
              </a:pPr>
              <a:r>
                <a:t>• 예측 연도·월·지역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7BA0D04D-3669-E50B-4C39-A59851EF7714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48640" y="384048"/>
              <a:ext cx="332142" cy="246221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l"/>
              <a:r>
                <a:rPr lang="en-US" sz="1000" b="1" dirty="0">
                  <a:solidFill>
                    <a:srgbClr val="315CA4"/>
                  </a:solidFill>
                  <a:latin typeface="Malgun Gothic"/>
                </a:rPr>
                <a:t>09</a:t>
              </a:r>
              <a:endParaRPr sz="1000" b="1" dirty="0">
                <a:solidFill>
                  <a:srgbClr val="315CA4"/>
                </a:solidFill>
                <a:latin typeface="Malgun Gothic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05840" y="292608"/>
              <a:ext cx="3086101" cy="477054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2500" b="1" dirty="0" err="1">
                  <a:solidFill>
                    <a:srgbClr val="172741"/>
                  </a:solidFill>
                  <a:latin typeface="Malgun Gothic"/>
                </a:rPr>
                <a:t>최종</a:t>
              </a:r>
              <a:r>
                <a:rPr sz="2500" b="1" dirty="0">
                  <a:solidFill>
                    <a:srgbClr val="172741"/>
                  </a:solidFill>
                  <a:latin typeface="Malgun Gothic"/>
                </a:rPr>
                <a:t> </a:t>
              </a:r>
              <a:r>
                <a:rPr sz="2500" b="1" dirty="0" err="1">
                  <a:solidFill>
                    <a:srgbClr val="172741"/>
                  </a:solidFill>
                  <a:latin typeface="Malgun Gothic"/>
                </a:rPr>
                <a:t>모델</a:t>
              </a:r>
              <a:r>
                <a:rPr sz="2500" b="1" dirty="0">
                  <a:solidFill>
                    <a:srgbClr val="172741"/>
                  </a:solidFill>
                  <a:latin typeface="Malgun Gothic"/>
                </a:rPr>
                <a:t> </a:t>
              </a:r>
              <a:r>
                <a:rPr lang="ko-KR" altLang="en-US" sz="2500" b="1" dirty="0">
                  <a:solidFill>
                    <a:srgbClr val="172741"/>
                  </a:solidFill>
                  <a:latin typeface="Malgun Gothic"/>
                </a:rPr>
                <a:t>예측 결과</a:t>
              </a:r>
              <a:endParaRPr sz="2500" b="1" dirty="0">
                <a:solidFill>
                  <a:srgbClr val="172741"/>
                </a:solidFill>
                <a:latin typeface="Malgun Gothic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05840" y="841248"/>
              <a:ext cx="1088760" cy="253916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lang="ko-KR" altLang="en-US" sz="1050" b="0" dirty="0">
                  <a:solidFill>
                    <a:srgbClr val="647080"/>
                  </a:solidFill>
                  <a:latin typeface="Malgun Gothic"/>
                </a:rPr>
                <a:t>예측 성능 계산</a:t>
              </a:r>
              <a:endParaRPr sz="1050" b="0" dirty="0">
                <a:solidFill>
                  <a:srgbClr val="647080"/>
                </a:solidFill>
                <a:latin typeface="Malgun Gothic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E7A088D1-CEA0-46C3-A6ED-40D1AAD44EF1}"/>
                </a:ext>
              </a:extLst>
            </p:cNvPr>
            <p:cNvGrpSpPr/>
            <p:nvPr/>
          </p:nvGrpSpPr>
          <p:grpSpPr>
            <a:xfrm>
              <a:off x="349622" y="1176964"/>
              <a:ext cx="3974952" cy="950884"/>
              <a:chOff x="349622" y="1398489"/>
              <a:chExt cx="6610574" cy="1581375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349622" y="1398489"/>
                <a:ext cx="6610574" cy="1581375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DEE4E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715382" y="1586749"/>
                <a:ext cx="1005840" cy="365760"/>
              </a:xfrm>
              <a:prstGeom prst="rect">
                <a:avLst/>
              </a:prstGeom>
              <a:noFill/>
            </p:spPr>
            <p:txBody>
              <a:bodyPr wrap="none" anchor="t">
                <a:spAutoFit/>
              </a:bodyPr>
              <a:lstStyle/>
              <a:p>
                <a:pPr algn="ctr"/>
                <a:r>
                  <a:rPr sz="1800" b="1" dirty="0">
                    <a:solidFill>
                      <a:srgbClr val="172741"/>
                    </a:solidFill>
                    <a:latin typeface="Malgun Gothic"/>
                  </a:rPr>
                  <a:t>2023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772782" y="1586749"/>
                <a:ext cx="1005840" cy="365760"/>
              </a:xfrm>
              <a:prstGeom prst="rect">
                <a:avLst/>
              </a:prstGeom>
              <a:noFill/>
            </p:spPr>
            <p:txBody>
              <a:bodyPr wrap="none" anchor="t">
                <a:spAutoFit/>
              </a:bodyPr>
              <a:lstStyle/>
              <a:p>
                <a:pPr algn="ctr"/>
                <a:r>
                  <a:rPr sz="1800" b="1" dirty="0">
                    <a:solidFill>
                      <a:srgbClr val="172741"/>
                    </a:solidFill>
                    <a:latin typeface="Malgun Gothic"/>
                  </a:rPr>
                  <a:t>2024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4830182" y="1586749"/>
                <a:ext cx="1005840" cy="365760"/>
              </a:xfrm>
              <a:prstGeom prst="rect">
                <a:avLst/>
              </a:prstGeom>
              <a:noFill/>
            </p:spPr>
            <p:txBody>
              <a:bodyPr wrap="none" anchor="t">
                <a:spAutoFit/>
              </a:bodyPr>
              <a:lstStyle/>
              <a:p>
                <a:pPr algn="ctr"/>
                <a:r>
                  <a:rPr sz="1800" b="1" dirty="0">
                    <a:solidFill>
                      <a:srgbClr val="E94A4E"/>
                    </a:solidFill>
                    <a:latin typeface="Malgun Gothic"/>
                  </a:rPr>
                  <a:t>2025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623942" y="2089669"/>
                <a:ext cx="4160520" cy="502920"/>
              </a:xfrm>
              <a:prstGeom prst="roundRect">
                <a:avLst/>
              </a:prstGeom>
              <a:solidFill>
                <a:srgbClr val="315CA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623942" y="2174986"/>
                <a:ext cx="4160519" cy="32918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sz="1200" b="1" dirty="0">
                    <a:solidFill>
                      <a:srgbClr val="FFFFFF"/>
                    </a:solidFill>
                    <a:latin typeface="Malgun Gothic"/>
                  </a:rPr>
                  <a:t>TRAIN</a:t>
                </a:r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4784462" y="2089669"/>
                <a:ext cx="1783080" cy="502920"/>
              </a:xfrm>
              <a:prstGeom prst="roundRect">
                <a:avLst/>
              </a:prstGeom>
              <a:solidFill>
                <a:srgbClr val="E94A4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784463" y="2174986"/>
                <a:ext cx="1783080" cy="32918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sz="1200" b="1" dirty="0">
                    <a:solidFill>
                      <a:srgbClr val="FFFFFF"/>
                    </a:solidFill>
                    <a:latin typeface="Malgun Gothic"/>
                  </a:rPr>
                  <a:t>TEST</a:t>
                </a:r>
              </a:p>
            </p:txBody>
          </p:sp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8DE38658-F835-4CB5-8317-D6BEF0F5D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87461" y="1176137"/>
              <a:ext cx="6729339" cy="531234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B747AC1-A2B4-45A5-AA2C-27EE22EA0E06}"/>
                </a:ext>
              </a:extLst>
            </p:cNvPr>
            <p:cNvSpPr txBox="1"/>
            <p:nvPr/>
          </p:nvSpPr>
          <p:spPr>
            <a:xfrm>
              <a:off x="275200" y="2307961"/>
              <a:ext cx="3974953" cy="43883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lang="en-US" altLang="ko-KR" dirty="0"/>
                <a:t>① MAE (Mean Absolute Error, </a:t>
              </a:r>
              <a:r>
                <a:rPr lang="ko-KR" altLang="en-US" dirty="0"/>
                <a:t>평균 절대 오차</a:t>
              </a:r>
              <a:r>
                <a:rPr lang="en-US" altLang="ko-KR" dirty="0"/>
                <a:t>)</a:t>
              </a: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lang="ko-KR" altLang="en-US" b="1" dirty="0"/>
                <a:t>설명</a:t>
              </a:r>
              <a:r>
                <a:rPr lang="en-US" altLang="ko-KR" b="1" dirty="0"/>
                <a:t>:</a:t>
              </a:r>
              <a:r>
                <a:rPr lang="ko-KR" altLang="en-US" dirty="0"/>
                <a:t> </a:t>
              </a:r>
              <a:r>
                <a:rPr lang="ko-KR" altLang="en-US" dirty="0" err="1"/>
                <a:t>실제값과</a:t>
              </a:r>
              <a:r>
                <a:rPr lang="ko-KR" altLang="en-US" dirty="0"/>
                <a:t> </a:t>
              </a:r>
              <a:r>
                <a:rPr lang="ko-KR" altLang="en-US" dirty="0" err="1"/>
                <a:t>예측값</a:t>
              </a:r>
              <a:r>
                <a:rPr lang="ko-KR" altLang="en-US" dirty="0"/>
                <a:t> 사이의 차이</a:t>
              </a:r>
              <a:r>
                <a:rPr lang="en-US" altLang="ko-KR" dirty="0"/>
                <a:t>(</a:t>
              </a:r>
              <a:r>
                <a:rPr lang="ko-KR" altLang="en-US" dirty="0"/>
                <a:t>오차</a:t>
              </a:r>
              <a:r>
                <a:rPr lang="en-US" altLang="ko-KR" dirty="0"/>
                <a:t>)</a:t>
              </a:r>
              <a:r>
                <a:rPr lang="ko-KR" altLang="en-US" dirty="0"/>
                <a:t>에 절댓값을 씌워 평균을 낸 지표입니다</a:t>
              </a:r>
              <a:r>
                <a:rPr lang="en-US" altLang="ko-KR" dirty="0"/>
                <a:t>.</a:t>
              </a: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lang="ko-KR" altLang="en-US" b="1" dirty="0"/>
                <a:t>특징</a:t>
              </a:r>
              <a:r>
                <a:rPr lang="en-US" altLang="ko-KR" b="1" dirty="0"/>
                <a:t>:</a:t>
              </a:r>
              <a:r>
                <a:rPr lang="ko-KR" altLang="en-US" dirty="0"/>
                <a:t> 오차의 크기가 직관적이며</a:t>
              </a:r>
              <a:r>
                <a:rPr lang="en-US" altLang="ko-KR" dirty="0"/>
                <a:t>, </a:t>
              </a:r>
              <a:r>
                <a:rPr lang="ko-KR" altLang="en-US" dirty="0"/>
                <a:t>모든 오차를 동일한 비중으로 반영합니다</a:t>
              </a:r>
              <a:r>
                <a:rPr lang="en-US" altLang="ko-KR" dirty="0"/>
                <a:t>.</a:t>
              </a: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endParaRPr lang="en-US" dirty="0"/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lang="en-US" altLang="ko-KR" dirty="0"/>
                <a:t>RMSE (Root Mean Squared Error, </a:t>
              </a:r>
              <a:r>
                <a:rPr lang="ko-KR" altLang="en-US" dirty="0"/>
                <a:t>평균 제곱근 오차</a:t>
              </a:r>
              <a:r>
                <a:rPr lang="en-US" altLang="ko-KR" dirty="0"/>
                <a:t>)</a:t>
              </a: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lang="ko-KR" altLang="en-US" b="1" dirty="0"/>
                <a:t>설명</a:t>
              </a:r>
              <a:r>
                <a:rPr lang="en-US" altLang="ko-KR" b="1" dirty="0"/>
                <a:t>:</a:t>
              </a:r>
              <a:r>
                <a:rPr lang="ko-KR" altLang="en-US" dirty="0"/>
                <a:t> </a:t>
              </a:r>
              <a:r>
                <a:rPr lang="ko-KR" altLang="en-US" dirty="0" err="1"/>
                <a:t>실제값과</a:t>
              </a:r>
              <a:r>
                <a:rPr lang="ko-KR" altLang="en-US" dirty="0"/>
                <a:t> </a:t>
              </a:r>
              <a:r>
                <a:rPr lang="ko-KR" altLang="en-US" dirty="0" err="1"/>
                <a:t>예측값의</a:t>
              </a:r>
              <a:r>
                <a:rPr lang="ko-KR" altLang="en-US" dirty="0"/>
                <a:t> 차이를 제곱하여 평균을 낸 뒤</a:t>
              </a:r>
              <a:r>
                <a:rPr lang="en-US" altLang="ko-KR" dirty="0"/>
                <a:t>(MSE), </a:t>
              </a:r>
              <a:r>
                <a:rPr lang="ko-KR" altLang="en-US" dirty="0"/>
                <a:t>제곱근을 씌운 지표입니다</a:t>
              </a:r>
              <a:r>
                <a:rPr lang="en-US" altLang="ko-KR" dirty="0"/>
                <a:t>.</a:t>
              </a: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lang="ko-KR" altLang="en-US" b="1" dirty="0"/>
                <a:t>특징</a:t>
              </a:r>
              <a:r>
                <a:rPr lang="en-US" altLang="ko-KR" b="1" dirty="0"/>
                <a:t>:</a:t>
              </a:r>
              <a:r>
                <a:rPr lang="ko-KR" altLang="en-US" dirty="0"/>
                <a:t> 오차를 제곱하기 때문에 </a:t>
              </a:r>
              <a:r>
                <a:rPr lang="ko-KR" altLang="en-US" b="1" dirty="0"/>
                <a:t>큰 오차가 발생할수록 페널티</a:t>
              </a:r>
              <a:r>
                <a:rPr lang="en-US" altLang="ko-KR" b="1" dirty="0"/>
                <a:t>(</a:t>
              </a:r>
              <a:r>
                <a:rPr lang="ko-KR" altLang="en-US" b="1" dirty="0"/>
                <a:t>가중치</a:t>
              </a:r>
              <a:r>
                <a:rPr lang="en-US" altLang="ko-KR" b="1" dirty="0"/>
                <a:t>)</a:t>
              </a:r>
              <a:r>
                <a:rPr lang="ko-KR" altLang="en-US" b="1" dirty="0"/>
                <a:t>가 크게 작용</a:t>
              </a:r>
              <a:r>
                <a:rPr lang="ko-KR" altLang="en-US" dirty="0"/>
                <a:t>합니다</a:t>
              </a:r>
              <a:r>
                <a:rPr lang="en-US" altLang="ko-KR" dirty="0"/>
                <a:t>. </a:t>
              </a:r>
              <a:r>
                <a:rPr lang="ko-KR" altLang="en-US" dirty="0"/>
                <a:t>이상치</a:t>
              </a:r>
              <a:r>
                <a:rPr lang="en-US" altLang="ko-KR" dirty="0"/>
                <a:t>(Outlier)</a:t>
              </a:r>
              <a:r>
                <a:rPr lang="ko-KR" altLang="en-US" dirty="0"/>
                <a:t>에 민감하다는 특성이 있습니다</a:t>
              </a:r>
              <a:r>
                <a:rPr lang="en-US" altLang="ko-KR" dirty="0"/>
                <a:t>.</a:t>
              </a: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endParaRPr lang="en-US" dirty="0"/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lang="en-US" altLang="ko-KR" sz="1200" b="0" dirty="0">
                  <a:solidFill>
                    <a:srgbClr val="28303D"/>
                  </a:solidFill>
                  <a:latin typeface="Malgun Gothic"/>
                </a:rPr>
                <a:t>R² </a:t>
              </a:r>
              <a:r>
                <a:rPr lang="en-US" altLang="ko-KR" dirty="0"/>
                <a:t>(R-squared, </a:t>
              </a:r>
              <a:r>
                <a:rPr lang="ko-KR" altLang="en-US" dirty="0"/>
                <a:t>결정계수</a:t>
              </a:r>
              <a:r>
                <a:rPr lang="en-US" altLang="ko-KR" dirty="0"/>
                <a:t>)</a:t>
              </a: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lang="ko-KR" altLang="en-US" b="1" dirty="0"/>
                <a:t>설명</a:t>
              </a:r>
              <a:r>
                <a:rPr lang="en-US" altLang="ko-KR" b="1" dirty="0"/>
                <a:t>:</a:t>
              </a:r>
              <a:r>
                <a:rPr lang="ko-KR" altLang="en-US" dirty="0"/>
                <a:t> 모델이 전체 데이터의 변동성을 얼마나 잘 설명하는지 나타내는 지표입니다</a:t>
              </a:r>
              <a:r>
                <a:rPr lang="en-US" altLang="ko-KR" dirty="0"/>
                <a:t>.</a:t>
              </a: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lang="ko-KR" altLang="en-US" b="1" dirty="0"/>
                <a:t>특징</a:t>
              </a:r>
              <a:r>
                <a:rPr lang="en-US" altLang="ko-KR" b="1" dirty="0"/>
                <a:t>:</a:t>
              </a:r>
              <a:r>
                <a:rPr lang="ko-KR" altLang="en-US" dirty="0"/>
                <a:t> </a:t>
              </a:r>
              <a:r>
                <a:rPr lang="en-US" altLang="ko-KR" b="1" dirty="0"/>
                <a:t>1</a:t>
              </a:r>
              <a:r>
                <a:rPr lang="ko-KR" altLang="en-US" b="1" dirty="0"/>
                <a:t>에 가까울수록 모델의 예측력이 우수</a:t>
              </a:r>
              <a:r>
                <a:rPr lang="ko-KR" altLang="en-US" dirty="0"/>
                <a:t>함을 의미하며</a:t>
              </a:r>
              <a:r>
                <a:rPr lang="en-US" altLang="ko-KR" dirty="0"/>
                <a:t>, </a:t>
              </a:r>
              <a:r>
                <a:rPr lang="ko-KR" altLang="en-US" dirty="0"/>
                <a:t>보통 </a:t>
              </a:r>
              <a:r>
                <a:rPr lang="en-US" altLang="ko-KR" dirty="0"/>
                <a:t>0~1 </a:t>
              </a:r>
              <a:r>
                <a:rPr lang="ko-KR" altLang="en-US" dirty="0"/>
                <a:t>사이의 값을 가집니다</a:t>
              </a:r>
              <a:r>
                <a:rPr lang="en-US" altLang="ko-KR" dirty="0"/>
                <a:t>. (0.8 </a:t>
              </a:r>
              <a:r>
                <a:rPr lang="ko-KR" altLang="en-US" dirty="0"/>
                <a:t>이상이면 우수한 성능으로 평가</a:t>
              </a:r>
              <a:r>
                <a:rPr lang="en-US" altLang="ko-KR" dirty="0"/>
                <a:t>)</a:t>
              </a:r>
              <a:endParaRPr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E4CC42-A61A-47FB-8562-FA4E5A6D997E}"/>
                </a:ext>
              </a:extLst>
            </p:cNvPr>
            <p:cNvSpPr txBox="1"/>
            <p:nvPr/>
          </p:nvSpPr>
          <p:spPr>
            <a:xfrm>
              <a:off x="7702476" y="2181669"/>
              <a:ext cx="3974953" cy="3298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lang="ko-KR" altLang="en-US" sz="1200" dirty="0">
                  <a:solidFill>
                    <a:schemeClr val="bg1"/>
                  </a:solidFill>
                </a:rPr>
                <a:t>모델 성능 평가 결과</a:t>
              </a: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endParaRPr lang="ko-KR" altLang="en-US" sz="1200" dirty="0">
                <a:solidFill>
                  <a:schemeClr val="bg1"/>
                </a:solidFill>
              </a:endParaRP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lang="en-US" altLang="ko-KR" sz="1200" dirty="0">
                  <a:solidFill>
                    <a:schemeClr val="bg1"/>
                  </a:solidFill>
                </a:rPr>
                <a:t>MAE: 126,818</a:t>
              </a:r>
              <a:r>
                <a:rPr lang="ko-KR" altLang="en-US" sz="1200" dirty="0">
                  <a:solidFill>
                    <a:schemeClr val="bg1"/>
                  </a:solidFill>
                </a:rPr>
                <a:t>명 → </a:t>
              </a:r>
              <a:r>
                <a:rPr lang="ko-KR" altLang="en-US" sz="1200" dirty="0" err="1">
                  <a:solidFill>
                    <a:schemeClr val="bg1"/>
                  </a:solidFill>
                </a:rPr>
                <a:t>실제값과</a:t>
              </a:r>
              <a:r>
                <a:rPr lang="ko-KR" altLang="en-US" sz="1200" dirty="0">
                  <a:solidFill>
                    <a:schemeClr val="bg1"/>
                  </a:solidFill>
                </a:rPr>
                <a:t> </a:t>
              </a:r>
              <a:r>
                <a:rPr lang="ko-KR" altLang="en-US" sz="1200" dirty="0" err="1">
                  <a:solidFill>
                    <a:schemeClr val="bg1"/>
                  </a:solidFill>
                </a:rPr>
                <a:t>예측값의</a:t>
              </a:r>
              <a:r>
                <a:rPr lang="ko-KR" altLang="en-US" sz="1200" dirty="0">
                  <a:solidFill>
                    <a:schemeClr val="bg1"/>
                  </a:solidFill>
                </a:rPr>
                <a:t> 평균 차이가 약 </a:t>
              </a:r>
              <a:r>
                <a:rPr lang="en-US" altLang="ko-KR" sz="1200" dirty="0">
                  <a:solidFill>
                    <a:schemeClr val="bg1"/>
                  </a:solidFill>
                </a:rPr>
                <a:t>12.7</a:t>
              </a:r>
              <a:r>
                <a:rPr lang="ko-KR" altLang="en-US" sz="1200" dirty="0">
                  <a:solidFill>
                    <a:schemeClr val="bg1"/>
                  </a:solidFill>
                </a:rPr>
                <a:t>만 명</a:t>
              </a: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lang="en-US" altLang="ko-KR" sz="1200" dirty="0">
                  <a:solidFill>
                    <a:schemeClr val="bg1"/>
                  </a:solidFill>
                </a:rPr>
                <a:t>RMSE: 197,845</a:t>
              </a:r>
              <a:r>
                <a:rPr lang="ko-KR" altLang="en-US" sz="1200" dirty="0">
                  <a:solidFill>
                    <a:schemeClr val="bg1"/>
                  </a:solidFill>
                </a:rPr>
                <a:t>명 → 큰 오차가 발생한 구간까지 반영한 평균 오차 수준</a:t>
              </a: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lang="en-US" altLang="ko-KR" sz="1200" dirty="0">
                  <a:solidFill>
                    <a:schemeClr val="bg1"/>
                  </a:solidFill>
                </a:rPr>
                <a:t>R²: 0.974 → </a:t>
              </a:r>
              <a:r>
                <a:rPr lang="ko-KR" altLang="en-US" sz="1200" dirty="0">
                  <a:solidFill>
                    <a:schemeClr val="bg1"/>
                  </a:solidFill>
                </a:rPr>
                <a:t>실제 숙박 수요 변동의 약 </a:t>
              </a:r>
              <a:r>
                <a:rPr lang="en-US" altLang="ko-KR" sz="1200" dirty="0">
                  <a:solidFill>
                    <a:schemeClr val="bg1"/>
                  </a:solidFill>
                </a:rPr>
                <a:t>97.4%</a:t>
              </a:r>
              <a:r>
                <a:rPr lang="ko-KR" altLang="en-US" sz="1200" dirty="0">
                  <a:solidFill>
                    <a:schemeClr val="bg1"/>
                  </a:solidFill>
                </a:rPr>
                <a:t>를 모델이 설명</a:t>
              </a: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endParaRPr lang="ko-KR" altLang="en-US" sz="1200" dirty="0">
                <a:solidFill>
                  <a:schemeClr val="bg1"/>
                </a:solidFill>
              </a:endParaRP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lang="ko-KR" altLang="en-US" sz="1200" dirty="0">
                  <a:solidFill>
                    <a:schemeClr val="bg1"/>
                  </a:solidFill>
                </a:rPr>
                <a:t>한 줄 요약</a:t>
              </a:r>
              <a:r>
                <a:rPr lang="en-US" altLang="ko-KR" sz="1200" dirty="0">
                  <a:solidFill>
                    <a:schemeClr val="bg1"/>
                  </a:solidFill>
                </a:rPr>
                <a:t>:</a:t>
              </a: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endParaRPr lang="en-US" altLang="ko-KR" sz="1200" dirty="0">
                <a:solidFill>
                  <a:schemeClr val="bg1"/>
                </a:solidFill>
              </a:endParaRP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lang="en-US" altLang="ko-KR" sz="1200" dirty="0">
                  <a:solidFill>
                    <a:schemeClr val="bg1"/>
                  </a:solidFill>
                </a:rPr>
                <a:t>2025</a:t>
              </a:r>
              <a:r>
                <a:rPr lang="ko-KR" altLang="en-US" sz="1200" dirty="0">
                  <a:solidFill>
                    <a:schemeClr val="bg1"/>
                  </a:solidFill>
                </a:rPr>
                <a:t>년 테스트 데이터 기준 </a:t>
              </a:r>
              <a:r>
                <a:rPr lang="en-US" altLang="ko-KR" sz="1200" dirty="0">
                  <a:solidFill>
                    <a:schemeClr val="bg1"/>
                  </a:solidFill>
                </a:rPr>
                <a:t>R²</a:t>
              </a:r>
              <a:r>
                <a:rPr lang="ko-KR" altLang="en-US" sz="1200" dirty="0">
                  <a:solidFill>
                    <a:schemeClr val="bg1"/>
                  </a:solidFill>
                </a:rPr>
                <a:t>가 </a:t>
              </a:r>
              <a:r>
                <a:rPr lang="en-US" altLang="ko-KR" sz="1200" dirty="0">
                  <a:solidFill>
                    <a:schemeClr val="bg1"/>
                  </a:solidFill>
                </a:rPr>
                <a:t>0.974</a:t>
              </a:r>
              <a:r>
                <a:rPr lang="ko-KR" altLang="en-US" sz="1200" dirty="0">
                  <a:solidFill>
                    <a:schemeClr val="bg1"/>
                  </a:solidFill>
                </a:rPr>
                <a:t>로 높게 나타났으며</a:t>
              </a:r>
              <a:r>
                <a:rPr lang="en-US" altLang="ko-KR" sz="1200" dirty="0">
                  <a:solidFill>
                    <a:schemeClr val="bg1"/>
                  </a:solidFill>
                </a:rPr>
                <a:t>, </a:t>
              </a:r>
              <a:r>
                <a:rPr lang="ko-KR" altLang="en-US" sz="1200" dirty="0">
                  <a:solidFill>
                    <a:schemeClr val="bg1"/>
                  </a:solidFill>
                </a:rPr>
                <a:t>전체적인 수요 흐름을 매우 잘 설명했지만 일부 지역</a:t>
              </a:r>
              <a:r>
                <a:rPr lang="en-US" altLang="ko-KR" sz="1200" dirty="0">
                  <a:solidFill>
                    <a:schemeClr val="bg1"/>
                  </a:solidFill>
                </a:rPr>
                <a:t>·</a:t>
              </a:r>
              <a:r>
                <a:rPr lang="ko-KR" altLang="en-US" sz="1200" dirty="0">
                  <a:solidFill>
                    <a:schemeClr val="bg1"/>
                  </a:solidFill>
                </a:rPr>
                <a:t>월에서는 큰 오차가 존재했다</a:t>
              </a:r>
              <a:r>
                <a:rPr lang="en-US" altLang="ko-KR" sz="1200" dirty="0">
                  <a:solidFill>
                    <a:schemeClr val="bg1"/>
                  </a:solidFill>
                </a:rPr>
                <a:t>.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807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그룹 37">
            <a:extLst>
              <a:ext uri="{FF2B5EF4-FFF2-40B4-BE49-F238E27FC236}">
                <a16:creationId xmlns:a16="http://schemas.microsoft.com/office/drawing/2014/main" id="{ECAA5E51-3276-28F8-4244-4088171760D1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234440"/>
              <a:ext cx="3611880" cy="105156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FE5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04671" y="1399032"/>
              <a:ext cx="1097280" cy="22860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>
                  <a:solidFill>
                    <a:srgbClr val="315CA4"/>
                  </a:solidFill>
                  <a:latin typeface="Malgun Gothic"/>
                </a:rPr>
                <a:t>MAE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4671" y="1664208"/>
              <a:ext cx="201168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2300" b="1">
                  <a:solidFill>
                    <a:srgbClr val="172741"/>
                  </a:solidFill>
                  <a:latin typeface="Malgun Gothic"/>
                </a:rPr>
                <a:t>126,818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06039" y="1673352"/>
              <a:ext cx="141732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000" b="0">
                  <a:solidFill>
                    <a:srgbClr val="697382"/>
                  </a:solidFill>
                  <a:latin typeface="Malgun Gothic"/>
                </a:rPr>
                <a:t>평균 오차 규모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297680" y="1234440"/>
              <a:ext cx="3611880" cy="105156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FE5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62272" y="1399032"/>
              <a:ext cx="1097280" cy="22860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>
                  <a:solidFill>
                    <a:srgbClr val="315CA4"/>
                  </a:solidFill>
                  <a:latin typeface="Malgun Gothic"/>
                </a:rPr>
                <a:t>RMSE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62272" y="1664208"/>
              <a:ext cx="201168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2300" b="1">
                  <a:solidFill>
                    <a:srgbClr val="172741"/>
                  </a:solidFill>
                  <a:latin typeface="Malgun Gothic"/>
                </a:rPr>
                <a:t>197,845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63640" y="1673352"/>
              <a:ext cx="141732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000" b="0">
                  <a:solidFill>
                    <a:srgbClr val="697382"/>
                  </a:solidFill>
                  <a:latin typeface="Malgun Gothic"/>
                </a:rPr>
                <a:t>큰 오차 반영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955279" y="1234440"/>
              <a:ext cx="3611880" cy="105156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FE5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119871" y="1399032"/>
              <a:ext cx="1097280" cy="22860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>
                  <a:solidFill>
                    <a:srgbClr val="315CA4"/>
                  </a:solidFill>
                  <a:latin typeface="Malgun Gothic"/>
                </a:rPr>
                <a:t>R²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19871" y="1664208"/>
              <a:ext cx="201168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2300" b="1">
                  <a:solidFill>
                    <a:srgbClr val="172741"/>
                  </a:solidFill>
                  <a:latin typeface="Malgun Gothic"/>
                </a:rPr>
                <a:t>0.974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921240" y="1673352"/>
              <a:ext cx="141732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000" b="0">
                  <a:solidFill>
                    <a:srgbClr val="697382"/>
                  </a:solidFill>
                  <a:latin typeface="Malgun Gothic"/>
                </a:rPr>
                <a:t>설명력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40080" y="2560320"/>
              <a:ext cx="6583680" cy="36118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FE5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8" name="Picture 17" descr="overall_actual_vs_predicted_2025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8680" y="2788920"/>
              <a:ext cx="6126480" cy="306324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914400" y="2651760"/>
              <a:ext cx="3200400" cy="22860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00" b="1">
                  <a:solidFill>
                    <a:srgbClr val="2D343F"/>
                  </a:solidFill>
                  <a:latin typeface="Malgun Gothic"/>
                </a:rPr>
                <a:t>월별 실제값 vs 예측값 (10개 지역 합계)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498079" y="2560320"/>
              <a:ext cx="4069080" cy="36118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FE5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726679" y="2743200"/>
              <a:ext cx="1371600" cy="22860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>
                  <a:solidFill>
                    <a:srgbClr val="315CA4"/>
                  </a:solidFill>
                  <a:latin typeface="Malgun Gothic"/>
                </a:rPr>
                <a:t>PPT용 해석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677834" y="3063240"/>
              <a:ext cx="3787334" cy="4770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50" b="0">
                  <a:solidFill>
                    <a:srgbClr val="2D343F"/>
                  </a:solidFill>
                  <a:latin typeface="Malgun Gothic"/>
                </a:rPr>
                <a:t>• MAE 126,818명: 실제값과 예측값의 평균 차이는 약 12.7만 명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677834" y="3534977"/>
              <a:ext cx="3875258" cy="4770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50" b="0">
                  <a:solidFill>
                    <a:srgbClr val="2D343F"/>
                  </a:solidFill>
                  <a:latin typeface="Malgun Gothic"/>
                </a:rPr>
                <a:t>• RMSE 197,845명: 큰 오차가 발생한 구간까지 반영한 평균 오차 수준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677834" y="4075098"/>
              <a:ext cx="3787334" cy="4770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50" b="0">
                  <a:solidFill>
                    <a:srgbClr val="2D343F"/>
                  </a:solidFill>
                  <a:latin typeface="Malgun Gothic"/>
                </a:rPr>
                <a:t>• R² 0.974: 실제 숙박 수요 변동의 약 97.4%를 모델이 설명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677834" y="4605450"/>
              <a:ext cx="3875257" cy="4770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50" b="0">
                  <a:solidFill>
                    <a:srgbClr val="2D343F"/>
                  </a:solidFill>
                  <a:latin typeface="Malgun Gothic"/>
                </a:rPr>
                <a:t>• 전체 흐름은 잘 따라가지만, 일부 월·지역에서는 과대 또는 과소예측이 발생</a:t>
              </a:r>
            </a:p>
          </p:txBody>
        </p:sp>
        <p:sp>
          <p:nvSpPr>
            <p:cNvPr id="26" name="TextBox 20">
              <a:extLst>
                <a:ext uri="{FF2B5EF4-FFF2-40B4-BE49-F238E27FC236}">
                  <a16:creationId xmlns:a16="http://schemas.microsoft.com/office/drawing/2014/main" id="{3971AF12-E6C0-C638-1930-4981D3D1FD6D}"/>
                </a:ext>
              </a:extLst>
            </p:cNvPr>
            <p:cNvSpPr txBox="1"/>
            <p:nvPr/>
          </p:nvSpPr>
          <p:spPr>
            <a:xfrm>
              <a:off x="1080477" y="6269111"/>
              <a:ext cx="10058400" cy="284693"/>
            </a:xfrm>
            <a:prstGeom prst="rect">
              <a:avLst/>
            </a:prstGeom>
            <a:noFill/>
          </p:spPr>
          <p:txBody>
            <a:bodyPr wrap="square" lIns="45720" tIns="45720" rIns="45720" bIns="4572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Aft>
                  <a:spcPts val="0"/>
                </a:spcAft>
              </a:pPr>
              <a:r>
                <a:rPr lang="ko-KR" altLang="en-US" sz="1250" b="1" dirty="0">
                  <a:solidFill>
                    <a:srgbClr val="16233A"/>
                  </a:solidFill>
                  <a:latin typeface="Malgun Gothic"/>
                  <a:ea typeface="Malgun Gothic"/>
                </a:rPr>
                <a:t>해석</a:t>
              </a:r>
              <a:r>
                <a:rPr sz="1250" b="1" dirty="0">
                  <a:solidFill>
                    <a:srgbClr val="16233A"/>
                  </a:solidFill>
                  <a:latin typeface="Malgun Gothic"/>
                </a:rPr>
                <a:t>: </a:t>
              </a:r>
              <a:r>
                <a:rPr sz="1250" b="1" dirty="0" err="1">
                  <a:solidFill>
                    <a:srgbClr val="16233A"/>
                  </a:solidFill>
                  <a:latin typeface="Malgun Gothic"/>
                </a:rPr>
                <a:t>전체적인</a:t>
              </a:r>
              <a:r>
                <a:rPr sz="1250" b="1" dirty="0">
                  <a:solidFill>
                    <a:srgbClr val="16233A"/>
                  </a:solidFill>
                  <a:latin typeface="Malgun Gothic"/>
                </a:rPr>
                <a:t> </a:t>
              </a:r>
              <a:r>
                <a:rPr sz="1250" b="1" dirty="0" err="1">
                  <a:solidFill>
                    <a:srgbClr val="16233A"/>
                  </a:solidFill>
                  <a:latin typeface="Malgun Gothic"/>
                </a:rPr>
                <a:t>수요</a:t>
              </a:r>
              <a:r>
                <a:rPr sz="1250" b="1" dirty="0">
                  <a:solidFill>
                    <a:srgbClr val="16233A"/>
                  </a:solidFill>
                  <a:latin typeface="Malgun Gothic"/>
                </a:rPr>
                <a:t> </a:t>
              </a:r>
              <a:r>
                <a:rPr sz="1250" b="1" dirty="0" err="1">
                  <a:solidFill>
                    <a:srgbClr val="16233A"/>
                  </a:solidFill>
                  <a:latin typeface="Malgun Gothic"/>
                </a:rPr>
                <a:t>흐름은</a:t>
              </a:r>
              <a:r>
                <a:rPr sz="1250" b="1" dirty="0">
                  <a:solidFill>
                    <a:srgbClr val="16233A"/>
                  </a:solidFill>
                  <a:latin typeface="Malgun Gothic"/>
                </a:rPr>
                <a:t> 잘 </a:t>
              </a:r>
              <a:r>
                <a:rPr sz="1250" b="1" dirty="0" err="1">
                  <a:solidFill>
                    <a:srgbClr val="16233A"/>
                  </a:solidFill>
                  <a:latin typeface="Malgun Gothic"/>
                </a:rPr>
                <a:t>설명했지만</a:t>
              </a:r>
              <a:r>
                <a:rPr sz="1250" b="1" dirty="0">
                  <a:solidFill>
                    <a:srgbClr val="16233A"/>
                  </a:solidFill>
                  <a:latin typeface="Malgun Gothic"/>
                </a:rPr>
                <a:t>, </a:t>
              </a:r>
              <a:r>
                <a:rPr sz="1250" b="1" dirty="0" err="1">
                  <a:solidFill>
                    <a:srgbClr val="16233A"/>
                  </a:solidFill>
                  <a:latin typeface="Malgun Gothic"/>
                </a:rPr>
                <a:t>일부</a:t>
              </a:r>
              <a:r>
                <a:rPr sz="1250" b="1" dirty="0">
                  <a:solidFill>
                    <a:srgbClr val="16233A"/>
                  </a:solidFill>
                  <a:latin typeface="Malgun Gothic"/>
                </a:rPr>
                <a:t> </a:t>
              </a:r>
              <a:r>
                <a:rPr sz="1250" b="1" dirty="0" err="1">
                  <a:solidFill>
                    <a:srgbClr val="16233A"/>
                  </a:solidFill>
                  <a:latin typeface="Malgun Gothic"/>
                </a:rPr>
                <a:t>시점의</a:t>
              </a:r>
              <a:r>
                <a:rPr sz="1250" b="1" dirty="0">
                  <a:solidFill>
                    <a:srgbClr val="16233A"/>
                  </a:solidFill>
                  <a:latin typeface="Malgun Gothic"/>
                </a:rPr>
                <a:t> </a:t>
              </a:r>
              <a:r>
                <a:rPr sz="1250" b="1" dirty="0" err="1">
                  <a:solidFill>
                    <a:srgbClr val="16233A"/>
                  </a:solidFill>
                  <a:latin typeface="Malgun Gothic"/>
                </a:rPr>
                <a:t>급격한</a:t>
              </a:r>
              <a:r>
                <a:rPr sz="1250" b="1" dirty="0">
                  <a:solidFill>
                    <a:srgbClr val="16233A"/>
                  </a:solidFill>
                  <a:latin typeface="Malgun Gothic"/>
                </a:rPr>
                <a:t> </a:t>
              </a:r>
              <a:r>
                <a:rPr sz="1250" b="1" dirty="0" err="1">
                  <a:solidFill>
                    <a:srgbClr val="16233A"/>
                  </a:solidFill>
                  <a:latin typeface="Malgun Gothic"/>
                </a:rPr>
                <a:t>변동까지</a:t>
              </a:r>
              <a:r>
                <a:rPr sz="1250" b="1" dirty="0">
                  <a:solidFill>
                    <a:srgbClr val="16233A"/>
                  </a:solidFill>
                  <a:latin typeface="Malgun Gothic"/>
                </a:rPr>
                <a:t> </a:t>
              </a:r>
              <a:r>
                <a:rPr sz="1250" b="1" dirty="0" err="1">
                  <a:solidFill>
                    <a:srgbClr val="16233A"/>
                  </a:solidFill>
                  <a:latin typeface="Malgun Gothic"/>
                </a:rPr>
                <a:t>완벽하게</a:t>
              </a:r>
              <a:r>
                <a:rPr sz="1250" b="1" dirty="0">
                  <a:solidFill>
                    <a:srgbClr val="16233A"/>
                  </a:solidFill>
                  <a:latin typeface="Malgun Gothic"/>
                </a:rPr>
                <a:t> </a:t>
              </a:r>
              <a:r>
                <a:rPr sz="1250" b="1" dirty="0" err="1">
                  <a:solidFill>
                    <a:srgbClr val="16233A"/>
                  </a:solidFill>
                  <a:latin typeface="Malgun Gothic"/>
                </a:rPr>
                <a:t>맞추지는</a:t>
              </a:r>
              <a:r>
                <a:rPr sz="1250" b="1" dirty="0">
                  <a:solidFill>
                    <a:srgbClr val="16233A"/>
                  </a:solidFill>
                  <a:latin typeface="Malgun Gothic"/>
                </a:rPr>
                <a:t> </a:t>
              </a:r>
              <a:r>
                <a:rPr sz="1250" b="1" dirty="0" err="1">
                  <a:solidFill>
                    <a:srgbClr val="16233A"/>
                  </a:solidFill>
                  <a:latin typeface="Malgun Gothic"/>
                </a:rPr>
                <a:t>못했다</a:t>
              </a:r>
              <a:r>
                <a:rPr sz="1250" b="1" dirty="0">
                  <a:solidFill>
                    <a:srgbClr val="16233A"/>
                  </a:solidFill>
                  <a:latin typeface="Malgun Gothic"/>
                </a:rPr>
                <a:t>.</a:t>
              </a:r>
            </a:p>
          </p:txBody>
        </p:sp>
        <p:sp>
          <p:nvSpPr>
            <p:cNvPr id="33" name="TextBox 3">
              <a:extLst>
                <a:ext uri="{FF2B5EF4-FFF2-40B4-BE49-F238E27FC236}">
                  <a16:creationId xmlns:a16="http://schemas.microsoft.com/office/drawing/2014/main" id="{0DEFACEB-4ECF-2F7F-D62A-2E510EF4F713}"/>
                </a:ext>
              </a:extLst>
            </p:cNvPr>
            <p:cNvSpPr txBox="1"/>
            <p:nvPr/>
          </p:nvSpPr>
          <p:spPr>
            <a:xfrm>
              <a:off x="932688" y="295109"/>
              <a:ext cx="10744200" cy="475488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Aft>
                  <a:spcPts val="0"/>
                </a:spcAft>
              </a:pPr>
              <a:r>
                <a:rPr sz="2400" b="1">
                  <a:solidFill>
                    <a:srgbClr val="16233A"/>
                  </a:solidFill>
                  <a:latin typeface="Malgun Gothic"/>
                </a:rPr>
                <a:t>2025 실제값 vs 예측값</a:t>
              </a:r>
            </a:p>
          </p:txBody>
        </p:sp>
        <p:sp>
          <p:nvSpPr>
            <p:cNvPr id="34" name="TextBox 4">
              <a:extLst>
                <a:ext uri="{FF2B5EF4-FFF2-40B4-BE49-F238E27FC236}">
                  <a16:creationId xmlns:a16="http://schemas.microsoft.com/office/drawing/2014/main" id="{38141E5F-F880-D84B-0EB4-40B2D7AFE4FE}"/>
                </a:ext>
              </a:extLst>
            </p:cNvPr>
            <p:cNvSpPr txBox="1"/>
            <p:nvPr/>
          </p:nvSpPr>
          <p:spPr>
            <a:xfrm>
              <a:off x="932688" y="758952"/>
              <a:ext cx="10287000" cy="3200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Aft>
                  <a:spcPts val="0"/>
                </a:spcAft>
              </a:pPr>
              <a:r>
                <a:rPr sz="1050" b="0">
                  <a:solidFill>
                    <a:srgbClr val="687383"/>
                  </a:solidFill>
                  <a:latin typeface="Malgun Gothic"/>
                </a:rPr>
                <a:t>10개 모델링 지역의 월별 총합 기준으로 전체 예측 흐름 확인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4D38677-9A9D-7AC4-23E9-F8C8E43F1CDB}"/>
                </a:ext>
              </a:extLst>
            </p:cNvPr>
            <p:cNvSpPr txBox="1"/>
            <p:nvPr/>
          </p:nvSpPr>
          <p:spPr>
            <a:xfrm>
              <a:off x="548640" y="384048"/>
              <a:ext cx="332142" cy="246221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l"/>
              <a:r>
                <a:rPr lang="en-US" sz="1000" b="1" dirty="0">
                  <a:solidFill>
                    <a:srgbClr val="315CA4"/>
                  </a:solidFill>
                  <a:latin typeface="Malgun Gothic"/>
                  <a:ea typeface="Malgun Gothic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69480" y="1234440"/>
            <a:ext cx="42519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17617" y="1371600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315CA4"/>
                </a:solidFill>
                <a:latin typeface="Malgun Gothic"/>
              </a:rPr>
              <a:t>후쿠오카 월별 비교표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64008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ukuoka_actual_vs_predicted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59436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88477" y="1363081"/>
            <a:ext cx="2743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 dirty="0" err="1">
                <a:solidFill>
                  <a:srgbClr val="2D343F"/>
                </a:solidFill>
                <a:latin typeface="Malgun Gothic"/>
              </a:rPr>
              <a:t>후쿠오카</a:t>
            </a:r>
            <a:r>
              <a:rPr sz="1100" b="1" dirty="0">
                <a:solidFill>
                  <a:srgbClr val="2D343F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2D343F"/>
                </a:solidFill>
                <a:latin typeface="Malgun Gothic"/>
              </a:rPr>
              <a:t>월별</a:t>
            </a:r>
            <a:r>
              <a:rPr sz="1100" b="1" dirty="0">
                <a:solidFill>
                  <a:srgbClr val="2D343F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2D343F"/>
                </a:solidFill>
                <a:latin typeface="Malgun Gothic"/>
              </a:rPr>
              <a:t>실제값·예측값</a:t>
            </a:r>
            <a:r>
              <a:rPr sz="1100" b="1" dirty="0">
                <a:solidFill>
                  <a:srgbClr val="2D343F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2D343F"/>
                </a:solidFill>
                <a:latin typeface="Malgun Gothic"/>
              </a:rPr>
              <a:t>선그래프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420" y="5751343"/>
            <a:ext cx="5713427" cy="6232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50" b="0" dirty="0">
                <a:solidFill>
                  <a:srgbClr val="2D343F"/>
                </a:solidFill>
                <a:latin typeface="Malgun Gothic"/>
              </a:rPr>
              <a:t>설명 예시: 후쿠오카는 월별 추세를 일부 따라가지만 2월·5~7월·11월 등에서 </a:t>
            </a:r>
            <a:endParaRPr lang="ko-KR" altLang="en-US" dirty="0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  <a:p>
            <a:r>
              <a:rPr sz="1150" b="0" dirty="0">
                <a:solidFill>
                  <a:srgbClr val="2D343F"/>
                </a:solidFill>
                <a:latin typeface="Malgun Gothic"/>
              </a:rPr>
              <a:t>오차가 크게 나타났다. </a:t>
            </a:r>
            <a:r>
              <a:rPr lang="ko-KR" sz="1150" dirty="0">
                <a:solidFill>
                  <a:srgbClr val="2D343F"/>
                </a:solidFill>
                <a:latin typeface="Malgun Gothic"/>
                <a:ea typeface="맑은 고딕"/>
              </a:rPr>
              <a:t> </a:t>
            </a:r>
            <a:r>
              <a:rPr sz="1150" b="0" dirty="0">
                <a:solidFill>
                  <a:srgbClr val="2D343F"/>
                </a:solidFill>
                <a:latin typeface="Malgun Gothic"/>
              </a:rPr>
              <a:t>즉, 모델은 전체 방향성은 설명하지만 특정 월의 변동성까지 </a:t>
            </a:r>
            <a:endParaRPr lang="ko-KR">
              <a:solidFill>
                <a:srgbClr val="000000"/>
              </a:solidFill>
              <a:latin typeface="Calibri"/>
              <a:cs typeface="Calibri"/>
            </a:endParaRPr>
          </a:p>
          <a:p>
            <a:r>
              <a:rPr sz="1150" b="0" dirty="0">
                <a:solidFill>
                  <a:srgbClr val="2D343F"/>
                </a:solidFill>
                <a:latin typeface="Malgun Gothic"/>
              </a:rPr>
              <a:t>완벽히 맞추지는 못했다.</a:t>
            </a:r>
            <a:endParaRPr>
              <a:ea typeface="Calibri"/>
              <a:cs typeface="Calibri"/>
            </a:endParaRP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F63D6364-2291-2D96-81DD-751E23FACE00}"/>
              </a:ext>
            </a:extLst>
          </p:cNvPr>
          <p:cNvSpPr txBox="1"/>
          <p:nvPr/>
        </p:nvSpPr>
        <p:spPr>
          <a:xfrm>
            <a:off x="932688" y="343955"/>
            <a:ext cx="107442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2400" b="1">
                <a:solidFill>
                  <a:srgbClr val="16233A"/>
                </a:solidFill>
                <a:latin typeface="Malgun Gothic"/>
              </a:rPr>
              <a:t>대표 사례: 후쿠오카 2025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F8F1FD2E-6387-188D-29F8-B80C51D9C47D}"/>
              </a:ext>
            </a:extLst>
          </p:cNvPr>
          <p:cNvSpPr txBox="1"/>
          <p:nvPr/>
        </p:nvSpPr>
        <p:spPr>
          <a:xfrm>
            <a:off x="932688" y="758952"/>
            <a:ext cx="10287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050" b="0">
                <a:solidFill>
                  <a:srgbClr val="687383"/>
                </a:solidFill>
                <a:latin typeface="Malgun Gothic"/>
              </a:rPr>
              <a:t>월별 실제값·예측값과 오차율을 함께 확인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5BE269-4ED5-C6C0-1F8B-026DC4ED9E14}"/>
              </a:ext>
            </a:extLst>
          </p:cNvPr>
          <p:cNvSpPr txBox="1"/>
          <p:nvPr/>
        </p:nvSpPr>
        <p:spPr>
          <a:xfrm>
            <a:off x="548640" y="384048"/>
            <a:ext cx="332142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l"/>
            <a:r>
              <a:rPr lang="en-US" sz="1000" b="1" dirty="0">
                <a:solidFill>
                  <a:srgbClr val="315CA4"/>
                </a:solidFill>
                <a:latin typeface="Malgun Gothic"/>
                <a:ea typeface="Malgun Gothic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367836"/>
              </p:ext>
            </p:extLst>
          </p:nvPr>
        </p:nvGraphicFramePr>
        <p:xfrm>
          <a:off x="7491437" y="1737360"/>
          <a:ext cx="3840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62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2741"/>
                          </a:solidFill>
                          <a:latin typeface="Malgun Gothic"/>
                        </a:rPr>
                        <a:t>월</a:t>
                      </a:r>
                    </a:p>
                  </a:txBody>
                  <a:tcPr>
                    <a:solidFill>
                      <a:srgbClr val="EC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2741"/>
                          </a:solidFill>
                          <a:latin typeface="Malgun Gothic"/>
                        </a:rPr>
                        <a:t>실제값</a:t>
                      </a:r>
                    </a:p>
                  </a:txBody>
                  <a:tcPr>
                    <a:solidFill>
                      <a:srgbClr val="EC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2741"/>
                          </a:solidFill>
                          <a:latin typeface="Malgun Gothic"/>
                        </a:rPr>
                        <a:t>예측값</a:t>
                      </a:r>
                    </a:p>
                  </a:txBody>
                  <a:tcPr>
                    <a:solidFill>
                      <a:srgbClr val="EC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2741"/>
                          </a:solidFill>
                          <a:latin typeface="Malgun Gothic"/>
                        </a:rPr>
                        <a:t>오차율(%)</a:t>
                      </a:r>
                    </a:p>
                  </a:txBody>
                  <a:tcPr>
                    <a:solidFill>
                      <a:srgbClr val="EC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661,840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776,510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17.3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540,410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781,182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44.6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634,680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619,763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723,450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671,941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687,180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836,580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21.7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664,930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835,777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25.7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560,300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743,540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32.7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643,620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597,958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593,280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669,356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12.8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717,500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610,762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14.9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644,420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869,360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34.9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763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760,200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841,347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343F"/>
                          </a:solidFill>
                          <a:latin typeface="Malgun Gothic"/>
                        </a:rPr>
                        <a:t>10.7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AD951584-CA26-75B3-E3AF-96E6ECA0C052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05840" y="263300"/>
              <a:ext cx="10698480" cy="5943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2500" b="1">
                  <a:solidFill>
                    <a:srgbClr val="172741"/>
                  </a:solidFill>
                  <a:latin typeface="Malgun Gothic"/>
                </a:rPr>
                <a:t>2025 후쿠오카 예측 결과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05840" y="841248"/>
              <a:ext cx="1024128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050" b="0">
                  <a:solidFill>
                    <a:srgbClr val="647080"/>
                  </a:solidFill>
                  <a:latin typeface="Malgun Gothic"/>
                </a:rPr>
                <a:t>월별 실제값과 예측값을 비교해 모델의 편향과 오차 패턴을 확인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94360" y="1280160"/>
              <a:ext cx="7406640" cy="4389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" name="Picture 6" descr="8c2dbde4-d525-4516-8b14-f0dd53688ce4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360" y="1631773"/>
              <a:ext cx="7406640" cy="368589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DF16F00-D664-A755-225A-64D2F6B009A3}"/>
                </a:ext>
              </a:extLst>
            </p:cNvPr>
            <p:cNvSpPr txBox="1"/>
            <p:nvPr/>
          </p:nvSpPr>
          <p:spPr>
            <a:xfrm>
              <a:off x="548640" y="384048"/>
              <a:ext cx="332142" cy="246221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l"/>
              <a:r>
                <a:rPr lang="en-US" sz="1000" b="1" dirty="0">
                  <a:solidFill>
                    <a:srgbClr val="315CA4"/>
                  </a:solidFill>
                  <a:latin typeface="Malgun Gothic"/>
                  <a:ea typeface="Malgun Gothic"/>
                </a:rPr>
                <a:t>12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275320" y="1280160"/>
              <a:ext cx="3291840" cy="43891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549640" y="1572768"/>
              <a:ext cx="91440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>
                  <a:solidFill>
                    <a:srgbClr val="315CA4"/>
                  </a:solidFill>
                  <a:latin typeface="Malgun Gothic"/>
                </a:rPr>
                <a:t>관찰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549640" y="1965960"/>
              <a:ext cx="3045656" cy="18235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월별</a:t>
              </a:r>
              <a:r>
                <a:rPr dirty="0"/>
                <a:t> </a:t>
              </a:r>
              <a:r>
                <a:rPr dirty="0" err="1"/>
                <a:t>방향성은</a:t>
              </a:r>
              <a:r>
                <a:rPr dirty="0"/>
                <a:t> </a:t>
              </a:r>
              <a:r>
                <a:rPr dirty="0" err="1"/>
                <a:t>일부</a:t>
              </a:r>
              <a:r>
                <a:rPr dirty="0"/>
                <a:t> </a:t>
              </a:r>
              <a:r>
                <a:rPr dirty="0" err="1"/>
                <a:t>구간에서</a:t>
              </a:r>
              <a:r>
                <a:rPr dirty="0"/>
                <a:t> </a:t>
              </a:r>
              <a:r>
                <a:rPr dirty="0" err="1"/>
                <a:t>따라가지만</a:t>
              </a:r>
              <a:r>
                <a:rPr dirty="0"/>
                <a:t> </a:t>
              </a:r>
              <a:r>
                <a:rPr dirty="0" err="1"/>
                <a:t>오차가</a:t>
              </a:r>
              <a:r>
                <a:rPr dirty="0"/>
                <a:t> 큼</a:t>
              </a:r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특히</a:t>
              </a:r>
              <a:r>
                <a:rPr dirty="0"/>
                <a:t> </a:t>
              </a:r>
              <a:r>
                <a:rPr dirty="0" err="1"/>
                <a:t>특정</a:t>
              </a:r>
              <a:r>
                <a:rPr dirty="0"/>
                <a:t> </a:t>
              </a:r>
              <a:r>
                <a:rPr dirty="0" err="1"/>
                <a:t>월에서</a:t>
              </a:r>
              <a:r>
                <a:rPr dirty="0"/>
                <a:t> </a:t>
              </a:r>
              <a:r>
                <a:rPr dirty="0" err="1"/>
                <a:t>과대예측</a:t>
              </a:r>
              <a:r>
                <a:rPr dirty="0"/>
                <a:t> </a:t>
              </a:r>
              <a:r>
                <a:rPr dirty="0" err="1"/>
                <a:t>패턴이</a:t>
              </a:r>
              <a:r>
                <a:rPr dirty="0"/>
                <a:t> </a:t>
              </a:r>
              <a:r>
                <a:rPr dirty="0" err="1"/>
                <a:t>관찰됨</a:t>
              </a:r>
              <a:endParaRPr dirty="0"/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단기</a:t>
              </a:r>
              <a:r>
                <a:rPr dirty="0"/>
                <a:t> </a:t>
              </a:r>
              <a:r>
                <a:rPr dirty="0" err="1"/>
                <a:t>데이터</a:t>
              </a:r>
              <a:r>
                <a:rPr dirty="0"/>
                <a:t>(2년 </a:t>
              </a:r>
              <a:r>
                <a:rPr dirty="0" err="1"/>
                <a:t>학습</a:t>
              </a:r>
              <a:r>
                <a:rPr dirty="0"/>
                <a:t>)의 </a:t>
              </a:r>
              <a:r>
                <a:rPr dirty="0" err="1"/>
                <a:t>한계가</a:t>
              </a:r>
              <a:r>
                <a:rPr dirty="0"/>
                <a:t> </a:t>
              </a:r>
              <a:r>
                <a:rPr dirty="0" err="1"/>
                <a:t>결과에</a:t>
              </a:r>
              <a:r>
                <a:rPr dirty="0"/>
                <a:t> </a:t>
              </a:r>
              <a:r>
                <a:rPr dirty="0" err="1"/>
                <a:t>반영</a:t>
              </a:r>
              <a:endParaRPr dirty="0"/>
            </a:p>
            <a:p>
              <a:pPr>
                <a:spcAft>
                  <a:spcPts val="500"/>
                </a:spcAft>
                <a:defRPr sz="1250">
                  <a:solidFill>
                    <a:srgbClr val="28303D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정확도만이</a:t>
              </a:r>
              <a:r>
                <a:rPr dirty="0"/>
                <a:t> </a:t>
              </a:r>
              <a:r>
                <a:rPr dirty="0" err="1"/>
                <a:t>아니라</a:t>
              </a:r>
              <a:r>
                <a:rPr dirty="0"/>
                <a:t> 왜 </a:t>
              </a:r>
              <a:r>
                <a:rPr dirty="0" err="1"/>
                <a:t>예측했는지</a:t>
              </a:r>
              <a:r>
                <a:rPr dirty="0"/>
                <a:t> </a:t>
              </a:r>
              <a:r>
                <a:rPr dirty="0" err="1"/>
                <a:t>SHAP으로</a:t>
              </a:r>
              <a:r>
                <a:rPr dirty="0"/>
                <a:t> </a:t>
              </a:r>
              <a:r>
                <a:rPr dirty="0" err="1"/>
                <a:t>함께</a:t>
              </a:r>
              <a:r>
                <a:rPr dirty="0"/>
                <a:t> </a:t>
              </a:r>
              <a:r>
                <a:rPr dirty="0" err="1"/>
                <a:t>확인</a:t>
              </a:r>
              <a:endParaRPr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549640" y="4709160"/>
              <a:ext cx="607859" cy="261610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r>
                <a:rPr sz="1100" b="1" dirty="0">
                  <a:solidFill>
                    <a:srgbClr val="E94A4E"/>
                  </a:solidFill>
                  <a:latin typeface="Malgun Gothic"/>
                </a:rPr>
                <a:t>포인트</a:t>
              </a:r>
              <a:endParaRPr lang="ko-KR" altLang="en-US" sz="1100" b="1" dirty="0">
                <a:solidFill>
                  <a:srgbClr val="E94A4E"/>
                </a:solidFill>
                <a:latin typeface="Malgun Gothic"/>
                <a:ea typeface="Malgun Gothic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549640" y="5010912"/>
              <a:ext cx="2560320" cy="5486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50" b="1">
                  <a:solidFill>
                    <a:srgbClr val="172741"/>
                  </a:solidFill>
                  <a:latin typeface="Malgun Gothic"/>
                </a:rPr>
                <a:t>잘 맞는 결과만 제시하지 않고
오차와 한계를 함께 기록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7F7BFE2F-794C-FD2D-F62A-0C116102BE45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32688" y="304878"/>
              <a:ext cx="10744200" cy="475488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>
                  <a:solidFill>
                    <a:srgbClr val="16233A"/>
                  </a:solidFill>
                  <a:latin typeface="Malgun Gothic"/>
                </a:rPr>
                <a:t>SHAP ① 전체 모델 영향요인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32688" y="758952"/>
              <a:ext cx="10287000" cy="3200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50" b="0">
                  <a:solidFill>
                    <a:srgbClr val="687383"/>
                  </a:solidFill>
                  <a:latin typeface="Malgun Gothic"/>
                </a:rPr>
                <a:t>Global SHAP Summary로 어떤 특징이 예측을 움직이는지 확인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58368" y="1188720"/>
              <a:ext cx="7635240" cy="4892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2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" name="Picture 6" descr="ec56f229-3733-4027-8309-f926d5a36520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64611" y="1188720"/>
              <a:ext cx="4622753" cy="4892040"/>
            </a:xfrm>
            <a:prstGeom prst="rect">
              <a:avLst/>
            </a:prstGeom>
          </p:spPr>
        </p:pic>
        <p:sp>
          <p:nvSpPr>
            <p:cNvPr id="8" name="Rounded Rectangle 7"/>
            <p:cNvSpPr/>
            <p:nvPr/>
          </p:nvSpPr>
          <p:spPr>
            <a:xfrm>
              <a:off x="8549640" y="1188720"/>
              <a:ext cx="2999232" cy="48920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CE2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796528" y="1508760"/>
              <a:ext cx="1371600" cy="27432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>
                  <a:solidFill>
                    <a:srgbClr val="2C58A0"/>
                  </a:solidFill>
                  <a:latin typeface="Malgun Gothic"/>
                </a:rPr>
                <a:t>읽는 방법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796528" y="1901952"/>
              <a:ext cx="2595489" cy="1180323"/>
            </a:xfrm>
            <a:prstGeom prst="rect">
              <a:avLst/>
            </a:prstGeom>
            <a:noFill/>
          </p:spPr>
          <p:txBody>
            <a:bodyPr wrap="square" lIns="36576" tIns="18288" rIns="36576" bIns="45720" anchor="t">
              <a:spAutoFit/>
            </a:bodyPr>
            <a:lstStyle/>
            <a:p>
              <a:pPr>
                <a:spcAft>
                  <a:spcPts val="400"/>
                </a:spcAft>
                <a:defRPr sz="1270">
                  <a:solidFill>
                    <a:srgbClr val="2D3644"/>
                  </a:solidFill>
                  <a:latin typeface="Malgun Gothic"/>
                </a:defRPr>
              </a:pPr>
              <a:r>
                <a:rPr sz="1250" dirty="0"/>
                <a:t>• </a:t>
              </a:r>
              <a:r>
                <a:rPr sz="1250" dirty="0" err="1"/>
                <a:t>오른쪽</a:t>
              </a:r>
              <a:r>
                <a:rPr sz="1250" dirty="0"/>
                <a:t>: </a:t>
              </a:r>
              <a:r>
                <a:rPr sz="1250" dirty="0" err="1"/>
                <a:t>예측값을</a:t>
              </a:r>
              <a:r>
                <a:rPr sz="1250" dirty="0"/>
                <a:t> </a:t>
              </a:r>
              <a:r>
                <a:rPr sz="1250" dirty="0" err="1"/>
                <a:t>높이는</a:t>
              </a:r>
              <a:r>
                <a:rPr sz="1250" dirty="0"/>
                <a:t> </a:t>
              </a:r>
              <a:r>
                <a:rPr sz="1250" dirty="0" err="1"/>
                <a:t>방향</a:t>
              </a:r>
              <a:endParaRPr lang="ko-KR" altLang="en-US" sz="1250" dirty="0" err="1">
                <a:ea typeface="Malgun Gothic"/>
              </a:endParaRPr>
            </a:p>
            <a:p>
              <a:pPr>
                <a:spcAft>
                  <a:spcPts val="400"/>
                </a:spcAft>
                <a:defRPr sz="1270">
                  <a:solidFill>
                    <a:srgbClr val="2D3644"/>
                  </a:solidFill>
                  <a:latin typeface="Malgun Gothic"/>
                </a:defRPr>
              </a:pPr>
              <a:r>
                <a:rPr sz="1250" dirty="0"/>
                <a:t>• </a:t>
              </a:r>
              <a:r>
                <a:rPr sz="1250" dirty="0" err="1"/>
                <a:t>왼쪽</a:t>
              </a:r>
              <a:r>
                <a:rPr sz="1250" dirty="0"/>
                <a:t>: </a:t>
              </a:r>
              <a:r>
                <a:rPr sz="1250" dirty="0" err="1"/>
                <a:t>예측값을</a:t>
              </a:r>
              <a:r>
                <a:rPr sz="1250" dirty="0"/>
                <a:t> </a:t>
              </a:r>
              <a:r>
                <a:rPr sz="1250" dirty="0" err="1"/>
                <a:t>낮추는</a:t>
              </a:r>
              <a:r>
                <a:rPr sz="1250" dirty="0"/>
                <a:t> </a:t>
              </a:r>
              <a:r>
                <a:rPr sz="1250" dirty="0" err="1"/>
                <a:t>방향</a:t>
              </a:r>
              <a:endParaRPr sz="1250" dirty="0" err="1">
                <a:ea typeface="Malgun Gothic"/>
              </a:endParaRPr>
            </a:p>
            <a:p>
              <a:pPr>
                <a:spcAft>
                  <a:spcPts val="400"/>
                </a:spcAft>
                <a:defRPr sz="1270">
                  <a:solidFill>
                    <a:srgbClr val="2D3644"/>
                  </a:solidFill>
                  <a:latin typeface="Malgun Gothic"/>
                </a:defRPr>
              </a:pPr>
              <a:r>
                <a:rPr sz="1250" dirty="0"/>
                <a:t>• </a:t>
              </a:r>
              <a:r>
                <a:rPr sz="1250" dirty="0" err="1"/>
                <a:t>색상</a:t>
              </a:r>
              <a:r>
                <a:rPr sz="1250" dirty="0"/>
                <a:t>: </a:t>
              </a:r>
              <a:r>
                <a:rPr sz="1250" dirty="0" err="1"/>
                <a:t>해당</a:t>
              </a:r>
              <a:r>
                <a:rPr sz="1250" dirty="0"/>
                <a:t> </a:t>
              </a:r>
              <a:r>
                <a:rPr sz="1250" dirty="0" err="1"/>
                <a:t>특징</a:t>
              </a:r>
              <a:r>
                <a:rPr sz="1250" dirty="0"/>
                <a:t> </a:t>
              </a:r>
              <a:r>
                <a:rPr sz="1250" dirty="0" err="1"/>
                <a:t>값의</a:t>
              </a:r>
              <a:r>
                <a:rPr sz="1250" dirty="0"/>
                <a:t> </a:t>
              </a:r>
              <a:r>
                <a:rPr sz="1250" dirty="0" err="1"/>
                <a:t>크기</a:t>
              </a:r>
              <a:endParaRPr sz="1250" dirty="0" err="1">
                <a:ea typeface="Malgun Gothic"/>
              </a:endParaRPr>
            </a:p>
            <a:p>
              <a:pPr>
                <a:spcAft>
                  <a:spcPts val="400"/>
                </a:spcAft>
                <a:defRPr sz="1270">
                  <a:solidFill>
                    <a:srgbClr val="2D3644"/>
                  </a:solidFill>
                  <a:latin typeface="Malgun Gothic"/>
                </a:defRPr>
              </a:pPr>
              <a:r>
                <a:rPr sz="1250" dirty="0"/>
                <a:t>• </a:t>
              </a:r>
              <a:r>
                <a:rPr sz="1250" dirty="0" err="1"/>
                <a:t>지역</a:t>
              </a:r>
              <a:r>
                <a:rPr sz="1250" dirty="0"/>
                <a:t> </a:t>
              </a:r>
              <a:r>
                <a:rPr sz="1250" dirty="0" err="1"/>
                <a:t>더미와</a:t>
              </a:r>
              <a:r>
                <a:rPr sz="1250" dirty="0"/>
                <a:t> JNTO </a:t>
              </a:r>
              <a:r>
                <a:rPr sz="1250" dirty="0" err="1"/>
                <a:t>방문객</a:t>
              </a:r>
              <a:r>
                <a:rPr sz="1250" dirty="0"/>
                <a:t> </a:t>
              </a:r>
              <a:r>
                <a:rPr sz="1250" dirty="0" err="1"/>
                <a:t>흐름이</a:t>
              </a:r>
              <a:r>
                <a:rPr sz="1250" dirty="0"/>
                <a:t> </a:t>
              </a:r>
              <a:r>
                <a:rPr sz="1250" dirty="0" err="1"/>
                <a:t>주요</a:t>
              </a:r>
              <a:r>
                <a:rPr sz="1250" dirty="0"/>
                <a:t> </a:t>
              </a:r>
              <a:r>
                <a:rPr sz="1250" dirty="0" err="1"/>
                <a:t>영향요인으로</a:t>
              </a:r>
              <a:r>
                <a:rPr sz="1250" dirty="0"/>
                <a:t> </a:t>
              </a:r>
              <a:r>
                <a:rPr sz="1250" dirty="0" err="1"/>
                <a:t>나타남</a:t>
              </a:r>
              <a:endParaRPr sz="1250" dirty="0" err="1">
                <a:ea typeface="Malgun Gothic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796528" y="4526280"/>
              <a:ext cx="731520" cy="22860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100" b="1">
                  <a:solidFill>
                    <a:srgbClr val="2C58A0"/>
                  </a:solidFill>
                  <a:latin typeface="Malgun Gothic"/>
                </a:rPr>
                <a:t>의미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796528" y="4828032"/>
              <a:ext cx="2267712" cy="658368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30" b="1">
                  <a:solidFill>
                    <a:srgbClr val="16233A"/>
                  </a:solidFill>
                  <a:latin typeface="Malgun Gothic"/>
                </a:rPr>
                <a:t>모델이 단순 상관계수보다
비선형적인 지역·시점 조합을 학습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4360" y="6510528"/>
              <a:ext cx="5486400" cy="18288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850" b="0">
                  <a:solidFill>
                    <a:srgbClr val="96A0AF"/>
                  </a:solidFill>
                  <a:latin typeface="Malgun Gothic"/>
                </a:rPr>
                <a:t>Japan Inbound Accommodation Demand Forecast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7839742-0995-2CFE-6B78-2F81665DEB1E}"/>
                </a:ext>
              </a:extLst>
            </p:cNvPr>
            <p:cNvSpPr txBox="1"/>
            <p:nvPr/>
          </p:nvSpPr>
          <p:spPr>
            <a:xfrm>
              <a:off x="548640" y="384048"/>
              <a:ext cx="332142" cy="246221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l"/>
              <a:r>
                <a:rPr lang="en-US" sz="1000" b="1" dirty="0">
                  <a:solidFill>
                    <a:srgbClr val="315CA4"/>
                  </a:solidFill>
                  <a:latin typeface="Malgun Gothic"/>
                  <a:ea typeface="Malgun Gothic"/>
                </a:rPr>
                <a:t>13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3098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5AE00CD4-88DC-7B98-4187-6E4114B6EEC6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05840" y="253531"/>
              <a:ext cx="10698480" cy="5943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2500" b="1">
                  <a:solidFill>
                    <a:srgbClr val="172741"/>
                  </a:solidFill>
                  <a:latin typeface="Malgun Gothic"/>
                </a:rPr>
                <a:t>SHAP: 후쿠오카 2025년 11월 개별 예측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05840" y="841248"/>
              <a:ext cx="1024128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050" b="0">
                  <a:solidFill>
                    <a:srgbClr val="647080"/>
                  </a:solidFill>
                  <a:latin typeface="Malgun Gothic"/>
                </a:rPr>
                <a:t>한 건의 예측을 구성한 + / − 영향요인을 Waterfall로 설명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94360" y="1234440"/>
              <a:ext cx="7360920" cy="47548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" name="Picture 6" descr="3593ee52-7a5b-425b-83f6-59fac61d9e0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76870" y="1234440"/>
              <a:ext cx="4195898" cy="4754880"/>
            </a:xfrm>
            <a:prstGeom prst="rect">
              <a:avLst/>
            </a:prstGeom>
          </p:spPr>
        </p:pic>
        <p:sp>
          <p:nvSpPr>
            <p:cNvPr id="8" name="Rounded Rectangle 7"/>
            <p:cNvSpPr/>
            <p:nvPr/>
          </p:nvSpPr>
          <p:spPr>
            <a:xfrm>
              <a:off x="8229600" y="1234440"/>
              <a:ext cx="3337560" cy="47548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503920" y="1554480"/>
              <a:ext cx="201168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300" b="1">
                  <a:solidFill>
                    <a:srgbClr val="315CA4"/>
                  </a:solidFill>
                  <a:latin typeface="Malgun Gothic"/>
                </a:rPr>
                <a:t>실제 확인한 값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503920" y="2057400"/>
              <a:ext cx="91440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00" b="0">
                  <a:solidFill>
                    <a:srgbClr val="647080"/>
                  </a:solidFill>
                  <a:latin typeface="Malgun Gothic"/>
                </a:rPr>
                <a:t>예측값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281160" y="1993392"/>
              <a:ext cx="1737360" cy="384048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2200" b="1">
                  <a:solidFill>
                    <a:srgbClr val="172741"/>
                  </a:solidFill>
                  <a:latin typeface="Malgun Gothic"/>
                </a:rPr>
                <a:t>약 869,360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503920" y="2606040"/>
              <a:ext cx="91440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00" b="0">
                  <a:solidFill>
                    <a:srgbClr val="647080"/>
                  </a:solidFill>
                  <a:latin typeface="Malgun Gothic"/>
                </a:rPr>
                <a:t>기준값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281160" y="2578608"/>
              <a:ext cx="1737360" cy="34747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600" b="1">
                  <a:solidFill>
                    <a:srgbClr val="28303D"/>
                  </a:solidFill>
                  <a:latin typeface="Malgun Gothic"/>
                </a:rPr>
                <a:t>약 805,535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503920" y="3200400"/>
              <a:ext cx="118872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00" b="1">
                  <a:solidFill>
                    <a:srgbClr val="E94A4E"/>
                  </a:solidFill>
                  <a:latin typeface="Malgun Gothic"/>
                </a:rPr>
                <a:t>주요 + 영향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549640" y="3520440"/>
              <a:ext cx="2514600" cy="12344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Aft>
                  <a:spcPts val="500"/>
                </a:spcAft>
                <a:defRPr sz="1150">
                  <a:solidFill>
                    <a:srgbClr val="28303D"/>
                  </a:solidFill>
                  <a:latin typeface="Malgun Gothic"/>
                </a:defRPr>
              </a:pPr>
              <a:r>
                <a:t>• 전월 숙박 수요 +48,966</a:t>
              </a:r>
            </a:p>
            <a:p>
              <a:pPr>
                <a:spcAft>
                  <a:spcPts val="500"/>
                </a:spcAft>
                <a:defRPr sz="1150">
                  <a:solidFill>
                    <a:srgbClr val="28303D"/>
                  </a:solidFill>
                  <a:latin typeface="Malgun Gothic"/>
                </a:defRPr>
              </a:pPr>
              <a:r>
                <a:t>• 호주 방일객 Lag +10,665</a:t>
              </a:r>
            </a:p>
            <a:p>
              <a:pPr>
                <a:spcAft>
                  <a:spcPts val="500"/>
                </a:spcAft>
                <a:defRPr sz="1150">
                  <a:solidFill>
                    <a:srgbClr val="28303D"/>
                  </a:solidFill>
                  <a:latin typeface="Malgun Gothic"/>
                </a:defRPr>
              </a:pPr>
              <a:r>
                <a:t>• 11월 효과 +10,345</a:t>
              </a:r>
            </a:p>
            <a:p>
              <a:pPr>
                <a:spcAft>
                  <a:spcPts val="500"/>
                </a:spcAft>
                <a:defRPr sz="1150">
                  <a:solidFill>
                    <a:srgbClr val="28303D"/>
                  </a:solidFill>
                  <a:latin typeface="Malgun Gothic"/>
                </a:defRPr>
              </a:pPr>
              <a:r>
                <a:t>• 한국 방일객 Lag +8,158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03920" y="4800600"/>
              <a:ext cx="118872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00" b="1">
                  <a:solidFill>
                    <a:srgbClr val="315CA4"/>
                  </a:solidFill>
                  <a:latin typeface="Malgun Gothic"/>
                </a:rPr>
                <a:t>주요 − 영향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549640" y="5138928"/>
              <a:ext cx="256032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50" b="0">
                  <a:solidFill>
                    <a:srgbClr val="28303D"/>
                  </a:solidFill>
                  <a:latin typeface="Malgun Gothic"/>
                </a:rPr>
                <a:t>도쿄가 아님: 약 −24,277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E0CCFAD-AFEF-9C9C-FDA8-AB657B7BB918}"/>
                </a:ext>
              </a:extLst>
            </p:cNvPr>
            <p:cNvSpPr txBox="1"/>
            <p:nvPr/>
          </p:nvSpPr>
          <p:spPr>
            <a:xfrm>
              <a:off x="548640" y="384048"/>
              <a:ext cx="332142" cy="246221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l"/>
              <a:r>
                <a:rPr lang="en-US" sz="1000" b="1" dirty="0">
                  <a:solidFill>
                    <a:srgbClr val="315CA4"/>
                  </a:solidFill>
                  <a:latin typeface="Malgun Gothic"/>
                </a:rPr>
                <a:t>14</a:t>
              </a:r>
              <a:endParaRPr lang="en-US" sz="1000" b="1" dirty="0">
                <a:solidFill>
                  <a:srgbClr val="315CA4"/>
                </a:solidFill>
                <a:latin typeface="Malgun Gothic"/>
                <a:ea typeface="Malgun Gothic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>
            <a:extLst>
              <a:ext uri="{FF2B5EF4-FFF2-40B4-BE49-F238E27FC236}">
                <a16:creationId xmlns:a16="http://schemas.microsoft.com/office/drawing/2014/main" id="{E4E03853-760B-9E2E-E68C-81837EA99C80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32688" y="324417"/>
              <a:ext cx="10744200" cy="475488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>
                  <a:solidFill>
                    <a:srgbClr val="16233A"/>
                  </a:solidFill>
                  <a:latin typeface="Malgun Gothic"/>
                </a:rPr>
                <a:t>예측 서비스 UX 설계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32688" y="758952"/>
              <a:ext cx="10287000" cy="3200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50" b="0">
                  <a:solidFill>
                    <a:srgbClr val="687383"/>
                  </a:solidFill>
                  <a:latin typeface="Malgun Gothic"/>
                </a:rPr>
                <a:t>정확성과 편의성을 동시에 고려해 사용자 역할별 입력 구조를 분리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58368" y="1325880"/>
              <a:ext cx="5349240" cy="4526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CE2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32688" y="1627632"/>
              <a:ext cx="1920240" cy="3200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800" b="1">
                  <a:solidFill>
                    <a:srgbClr val="16233A"/>
                  </a:solidFill>
                  <a:latin typeface="Malgun Gothic"/>
                </a:rPr>
                <a:t>General Mode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32688" y="1993392"/>
              <a:ext cx="1097280" cy="22860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50" b="1">
                  <a:solidFill>
                    <a:srgbClr val="2C58A0"/>
                  </a:solidFill>
                  <a:latin typeface="Malgun Gothic"/>
                </a:rPr>
                <a:t>일반 사용자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32688" y="2331720"/>
              <a:ext cx="4343400" cy="1600200"/>
            </a:xfrm>
            <a:prstGeom prst="rect">
              <a:avLst/>
            </a:prstGeom>
            <a:noFill/>
          </p:spPr>
          <p:txBody>
            <a:bodyPr wrap="square" lIns="36576" tIns="18288" rIns="36576">
              <a:spAutoFit/>
            </a:bodyPr>
            <a:lstStyle/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지역 + 2025년 + 월만 선택</a:t>
              </a:r>
            </a:p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보유 데이터에서 필요한 기준값 자동 조회</a:t>
              </a:r>
            </a:p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Lag·SHAP 같은 전문용어는 화면에서 숨김</a:t>
              </a:r>
            </a:p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지역명은 일본어 / 영어 / 한국어 병기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14400" y="4251960"/>
              <a:ext cx="4663440" cy="960120"/>
            </a:xfrm>
            <a:prstGeom prst="roundRect">
              <a:avLst/>
            </a:prstGeom>
            <a:solidFill>
              <a:srgbClr val="EBF2FC"/>
            </a:solidFill>
            <a:ln w="12700">
              <a:solidFill>
                <a:srgbClr val="EBF2F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43000" y="4498848"/>
              <a:ext cx="4160520" cy="530352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40" b="1">
                  <a:solidFill>
                    <a:srgbClr val="16233A"/>
                  </a:solidFill>
                  <a:latin typeface="Malgun Gothic"/>
                </a:rPr>
                <a:t>“최근 관광 수요와 방문객 흐름, 기후 정보를 종합하여
예측 결과를 보여드립니다.”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45352" y="1325880"/>
              <a:ext cx="5303520" cy="4526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CE2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519672" y="1627632"/>
              <a:ext cx="2560320" cy="3200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800" b="1">
                  <a:solidFill>
                    <a:srgbClr val="16233A"/>
                  </a:solidFill>
                  <a:latin typeface="Malgun Gothic"/>
                </a:rPr>
                <a:t>Professional Mode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19672" y="1993392"/>
              <a:ext cx="1280160" cy="22860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50" b="1">
                  <a:solidFill>
                    <a:srgbClr val="2C58A0"/>
                  </a:solidFill>
                  <a:latin typeface="Malgun Gothic"/>
                </a:rPr>
                <a:t>관광청·실무자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19672" y="2331720"/>
              <a:ext cx="4343400" cy="1600200"/>
            </a:xfrm>
            <a:prstGeom prst="rect">
              <a:avLst/>
            </a:prstGeom>
            <a:noFill/>
          </p:spPr>
          <p:txBody>
            <a:bodyPr wrap="square" lIns="36576" tIns="18288" rIns="36576">
              <a:spAutoFit/>
            </a:bodyPr>
            <a:lstStyle/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최근 숙박 수요·JNTO·기상값을 직접 입력</a:t>
              </a:r>
            </a:p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8개국 방문객 흐름을 개별 입력</a:t>
              </a:r>
            </a:p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정확한 최신값이 있을 때 수동 시나리오 예측</a:t>
              </a:r>
            </a:p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향후 공식 데이터 자동 수집 기능으로 확장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92240" y="4251960"/>
              <a:ext cx="4572000" cy="960120"/>
            </a:xfrm>
            <a:prstGeom prst="roundRect">
              <a:avLst/>
            </a:prstGeom>
            <a:solidFill>
              <a:srgbClr val="ECF7F2"/>
            </a:solidFill>
            <a:ln w="12700">
              <a:solidFill>
                <a:srgbClr val="ECF7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20840" y="4498848"/>
              <a:ext cx="4114800" cy="530352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50" b="1">
                  <a:solidFill>
                    <a:srgbClr val="2E8565"/>
                  </a:solidFill>
                  <a:latin typeface="Malgun Gothic"/>
                </a:rPr>
                <a:t>사용자 역할에 따라
입력 복잡도를 다르게 설계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4360" y="6510528"/>
              <a:ext cx="5486400" cy="18288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850" b="0">
                  <a:solidFill>
                    <a:srgbClr val="96A0AF"/>
                  </a:solidFill>
                  <a:latin typeface="Malgun Gothic"/>
                </a:rPr>
                <a:t>Japan Inbound Accommodation Demand Forecast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8273C6F-A0AC-FBC2-2D8D-394C20B62842}"/>
                </a:ext>
              </a:extLst>
            </p:cNvPr>
            <p:cNvSpPr txBox="1"/>
            <p:nvPr/>
          </p:nvSpPr>
          <p:spPr>
            <a:xfrm>
              <a:off x="548640" y="384048"/>
              <a:ext cx="332142" cy="246221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l"/>
              <a:r>
                <a:rPr lang="en-US" sz="1000" b="1" dirty="0">
                  <a:solidFill>
                    <a:srgbClr val="315CA4"/>
                  </a:solidFill>
                  <a:latin typeface="Malgun Gothic"/>
                  <a:ea typeface="Malgun Gothic"/>
                </a:rPr>
                <a:t>15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9686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1FEE9D88-FA9E-C5C1-8C6E-0C41F950673E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05840" y="273070"/>
              <a:ext cx="10698480" cy="5943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2500" b="1">
                  <a:solidFill>
                    <a:srgbClr val="172741"/>
                  </a:solidFill>
                  <a:latin typeface="Malgun Gothic"/>
                </a:rPr>
                <a:t>서비스 구현 과정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05840" y="841248"/>
              <a:ext cx="10241280" cy="36576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050" b="0">
                  <a:solidFill>
                    <a:srgbClr val="647080"/>
                  </a:solidFill>
                  <a:latin typeface="Malgun Gothic"/>
                </a:rPr>
                <a:t>Gradio 프로토타입 → Streamlit 로컬 앱으로 개선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94360" y="1325880"/>
              <a:ext cx="5074920" cy="4297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" name="Picture 6" descr="2e0568a4-171c-428e-aa43-1febaa06cf9c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360" y="1489063"/>
              <a:ext cx="5074920" cy="3971313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5989320" y="1325880"/>
              <a:ext cx="5577840" cy="4297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E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9" name="Picture 8" descr="dca8b4ce-7084-4239-8b68-3bdada2e06b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13498" y="1325880"/>
              <a:ext cx="3129482" cy="4297680"/>
            </a:xfrm>
            <a:prstGeom prst="rect">
              <a:avLst/>
            </a:prstGeom>
          </p:spPr>
        </p:pic>
        <p:sp>
          <p:nvSpPr>
            <p:cNvPr id="10" name="Rounded Rectangle 9"/>
            <p:cNvSpPr/>
            <p:nvPr/>
          </p:nvSpPr>
          <p:spPr>
            <a:xfrm>
              <a:off x="914400" y="5440680"/>
              <a:ext cx="1417320" cy="347472"/>
            </a:xfrm>
            <a:prstGeom prst="roundRect">
              <a:avLst/>
            </a:prstGeom>
            <a:solidFill>
              <a:srgbClr val="FEEFF0"/>
            </a:solidFill>
            <a:ln w="12700">
              <a:solidFill>
                <a:srgbClr val="FEEF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14400" y="5449824"/>
              <a:ext cx="1417320" cy="292608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950" b="1">
                  <a:solidFill>
                    <a:srgbClr val="E94A4E"/>
                  </a:solidFill>
                  <a:latin typeface="Malgun Gothic"/>
                </a:rPr>
                <a:t>초기 프로토타입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514600" y="5477256"/>
              <a:ext cx="283464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50" b="1">
                  <a:solidFill>
                    <a:srgbClr val="172741"/>
                  </a:solidFill>
                  <a:latin typeface="Malgun Gothic"/>
                </a:rPr>
                <a:t>Gradio: 빠른 기능 검증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9360" y="5440680"/>
              <a:ext cx="731520" cy="347472"/>
            </a:xfrm>
            <a:prstGeom prst="roundRect">
              <a:avLst/>
            </a:prstGeom>
            <a:solidFill>
              <a:srgbClr val="ECF3FC"/>
            </a:solidFill>
            <a:ln w="12700">
              <a:solidFill>
                <a:srgbClr val="ECF3F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09360" y="5449824"/>
              <a:ext cx="731520" cy="292608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950" b="1">
                  <a:solidFill>
                    <a:srgbClr val="315CA4"/>
                  </a:solidFill>
                  <a:latin typeface="Malgun Gothic"/>
                </a:rPr>
                <a:t>현재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23760" y="5477256"/>
              <a:ext cx="4023360" cy="27432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50" b="1">
                  <a:solidFill>
                    <a:srgbClr val="172741"/>
                  </a:solidFill>
                  <a:latin typeface="Malgun Gothic"/>
                </a:rPr>
                <a:t>Streamlit: 카드형 UI · 로컬 테스트 · 향후 무료 배포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6D03F14-166D-BC6D-15DC-58DD4E8CDA7E}"/>
                </a:ext>
              </a:extLst>
            </p:cNvPr>
            <p:cNvSpPr txBox="1"/>
            <p:nvPr/>
          </p:nvSpPr>
          <p:spPr>
            <a:xfrm>
              <a:off x="548640" y="384048"/>
              <a:ext cx="332142" cy="246221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l"/>
              <a:r>
                <a:rPr lang="en-US" sz="1000" b="1" dirty="0">
                  <a:solidFill>
                    <a:srgbClr val="315CA4"/>
                  </a:solidFill>
                  <a:latin typeface="Malgun Gothic"/>
                </a:rPr>
                <a:t>16</a:t>
              </a:r>
              <a:endParaRPr lang="en-US" sz="1000" b="1" dirty="0">
                <a:solidFill>
                  <a:srgbClr val="315CA4"/>
                </a:solidFill>
                <a:latin typeface="Malgun Gothic"/>
                <a:ea typeface="Malgun Gothic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2F705692-8DB3-712B-089C-4C53D1E40C1F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32688" y="295109"/>
              <a:ext cx="10744200" cy="475488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>
                  <a:solidFill>
                    <a:srgbClr val="16233A"/>
                  </a:solidFill>
                  <a:latin typeface="Malgun Gothic"/>
                </a:rPr>
                <a:t>현재 한계와 다음 확장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32688" y="758952"/>
              <a:ext cx="10287000" cy="3200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50" b="0">
                  <a:solidFill>
                    <a:srgbClr val="687383"/>
                  </a:solidFill>
                  <a:latin typeface="Malgun Gothic"/>
                </a:rPr>
                <a:t>모델의 지원 범위를 명확히 하고, 다음 데이터 업데이트 시점을 정의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58368" y="1353312"/>
              <a:ext cx="5230368" cy="4434840"/>
            </a:xfrm>
            <a:prstGeom prst="roundRect">
              <a:avLst/>
            </a:prstGeom>
            <a:solidFill>
              <a:srgbClr val="FDEEEF"/>
            </a:solidFill>
            <a:ln w="12700">
              <a:solidFill>
                <a:srgbClr val="FDE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60120" y="1664208"/>
              <a:ext cx="1371600" cy="310896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800" b="1">
                  <a:solidFill>
                    <a:srgbClr val="E24C51"/>
                  </a:solidFill>
                  <a:latin typeface="Malgun Gothic"/>
                </a:rPr>
                <a:t>현재 한계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0120" y="2176272"/>
              <a:ext cx="4434840" cy="2057400"/>
            </a:xfrm>
            <a:prstGeom prst="rect">
              <a:avLst/>
            </a:prstGeom>
            <a:noFill/>
          </p:spPr>
          <p:txBody>
            <a:bodyPr wrap="square" lIns="36576" tIns="18288" rIns="36576">
              <a:spAutoFit/>
            </a:bodyPr>
            <a:lstStyle/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학습 기간이 2023–2024로 짧음</a:t>
              </a:r>
            </a:p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독립 테스트로 검증된 미래 구간은 2025년</a:t>
              </a:r>
            </a:p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기상 데이터는 선택 지역 커버리지에 의존</a:t>
              </a:r>
            </a:p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Random Forest는 2026+ 연도 외삽에 적합하지 않음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60120" y="4590288"/>
              <a:ext cx="4434840" cy="310896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120" b="1">
                  <a:solidFill>
                    <a:srgbClr val="16233A"/>
                  </a:solidFill>
                  <a:latin typeface="Malgun Gothic"/>
                </a:rPr>
                <a:t>현재 UI에서 예측 연도를 2025년으로 제한한 이유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60120" y="4956048"/>
              <a:ext cx="4434840" cy="475488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40" b="0">
                  <a:solidFill>
                    <a:srgbClr val="2D3644"/>
                  </a:solidFill>
                  <a:latin typeface="Malgun Gothic"/>
                </a:rPr>
                <a:t>검증 범위 밖의 미래 연도를 '가능한 예측'처럼 보이게 하지 않기 위해서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144768" y="1353312"/>
              <a:ext cx="5394960" cy="4434840"/>
            </a:xfrm>
            <a:prstGeom prst="roundRect">
              <a:avLst/>
            </a:prstGeom>
            <a:solidFill>
              <a:srgbClr val="EBF2FC"/>
            </a:solidFill>
            <a:ln w="12700">
              <a:solidFill>
                <a:srgbClr val="EBF2F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46520" y="1664208"/>
              <a:ext cx="1371600" cy="310896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800" b="1">
                  <a:solidFill>
                    <a:srgbClr val="2C58A0"/>
                  </a:solidFill>
                  <a:latin typeface="Malgun Gothic"/>
                </a:rPr>
                <a:t>다음 단계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46520" y="2176272"/>
              <a:ext cx="4434840" cy="2057400"/>
            </a:xfrm>
            <a:prstGeom prst="rect">
              <a:avLst/>
            </a:prstGeom>
            <a:noFill/>
          </p:spPr>
          <p:txBody>
            <a:bodyPr wrap="square" lIns="36576" tIns="18288" rIns="36576">
              <a:spAutoFit/>
            </a:bodyPr>
            <a:lstStyle/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2025 실측 데이터를 학습에 추가해 모델 재학습</a:t>
              </a:r>
            </a:p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JNTO·JMA·숙박 통계 자동 수집 파이프라인 구축</a:t>
              </a:r>
            </a:p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2026 예측용 최신 Lag 데이터 생성</a:t>
              </a:r>
            </a:p>
            <a:p>
              <a:pPr>
                <a:spcAft>
                  <a:spcPts val="400"/>
                </a:spcAft>
                <a:defRPr sz="1350">
                  <a:solidFill>
                    <a:srgbClr val="2D3644"/>
                  </a:solidFill>
                  <a:latin typeface="Malgun Gothic"/>
                </a:defRPr>
              </a:pPr>
              <a:r>
                <a:t>• GitHub 저장소 정리 + Streamlit Community Cloud 배포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46520" y="4590288"/>
              <a:ext cx="914400" cy="256032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120" b="1">
                  <a:solidFill>
                    <a:srgbClr val="16233A"/>
                  </a:solidFill>
                  <a:latin typeface="Malgun Gothic"/>
                </a:rPr>
                <a:t>원칙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46520" y="4956048"/>
              <a:ext cx="4434840" cy="566928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40" b="0">
                  <a:solidFill>
                    <a:srgbClr val="2D3644"/>
                  </a:solidFill>
                  <a:latin typeface="Malgun Gothic"/>
                </a:rPr>
                <a:t>새 미래 구간을 예측할 때는 데이터 업데이트 → 재학습 → 재검증 후 지원 범위를 확장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4360" y="6510528"/>
              <a:ext cx="5486400" cy="18288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850" b="0">
                  <a:solidFill>
                    <a:srgbClr val="96A0AF"/>
                  </a:solidFill>
                  <a:latin typeface="Malgun Gothic"/>
                </a:rPr>
                <a:t>Japan Inbound Accommodation Demand Forecast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B4AD79-D608-060F-CC48-B77581F38BEE}"/>
                </a:ext>
              </a:extLst>
            </p:cNvPr>
            <p:cNvSpPr txBox="1"/>
            <p:nvPr/>
          </p:nvSpPr>
          <p:spPr>
            <a:xfrm>
              <a:off x="548640" y="384048"/>
              <a:ext cx="332142" cy="246221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l"/>
              <a:r>
                <a:rPr lang="en-US" sz="1000" b="1" dirty="0">
                  <a:solidFill>
                    <a:srgbClr val="315CA4"/>
                  </a:solidFill>
                  <a:latin typeface="Malgun Gothic"/>
                  <a:ea typeface="Malgun Gothic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743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A1C6FF"/>
                </a:solidFill>
                <a:latin typeface="Malgun Gothic"/>
              </a:rPr>
              <a:t>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669280" cy="1234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공식 데이터에서 시작해
실제 예측 서비스까지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0270" y="2606040"/>
            <a:ext cx="9837042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500" b="0" dirty="0">
                <a:solidFill>
                  <a:srgbClr val="DDE6F1"/>
                </a:solidFill>
                <a:latin typeface="Malgun Gothic"/>
              </a:rPr>
              <a:t>데이터 수집 · </a:t>
            </a:r>
            <a:r>
              <a:rPr sz="1500" b="0" dirty="0" err="1">
                <a:solidFill>
                  <a:srgbClr val="DDE6F1"/>
                </a:solidFill>
                <a:latin typeface="Malgun Gothic"/>
              </a:rPr>
              <a:t>전처리</a:t>
            </a:r>
            <a:r>
              <a:rPr sz="1500" b="0" dirty="0">
                <a:solidFill>
                  <a:srgbClr val="DDE6F1"/>
                </a:solidFill>
                <a:latin typeface="Malgun Gothic"/>
              </a:rPr>
              <a:t> · EDA · 누수 점검 · 시계열 검증 · </a:t>
            </a:r>
            <a:r>
              <a:rPr sz="1500" b="0" dirty="0" err="1">
                <a:solidFill>
                  <a:srgbClr val="DDE6F1"/>
                </a:solidFill>
                <a:latin typeface="Malgun Gothic"/>
              </a:rPr>
              <a:t>Random</a:t>
            </a:r>
            <a:r>
              <a:rPr sz="1500" b="0" dirty="0">
                <a:solidFill>
                  <a:srgbClr val="DDE6F1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DDE6F1"/>
                </a:solidFill>
                <a:latin typeface="Malgun Gothic"/>
              </a:rPr>
              <a:t>Forest</a:t>
            </a:r>
            <a:r>
              <a:rPr sz="1500" b="0" dirty="0">
                <a:solidFill>
                  <a:srgbClr val="DDE6F1"/>
                </a:solidFill>
                <a:latin typeface="Malgun Gothic"/>
              </a:rPr>
              <a:t> · SHAP ·</a:t>
            </a:r>
            <a:r>
              <a:rPr lang="ko-KR" sz="1500" dirty="0">
                <a:solidFill>
                  <a:srgbClr val="DDE6F1"/>
                </a:solidFill>
                <a:latin typeface="Malgun Gothic"/>
                <a:ea typeface="맑은 고딕"/>
              </a:rPr>
              <a:t> </a:t>
            </a:r>
            <a:r>
              <a:rPr lang="en-US" sz="1500" dirty="0" err="1">
                <a:solidFill>
                  <a:srgbClr val="DEE7F3"/>
                </a:solidFill>
                <a:latin typeface="Malgun Gothic"/>
              </a:rPr>
              <a:t>Streamlit</a:t>
            </a:r>
            <a:r>
              <a:rPr lang="en-US" altLang="ko-KR" sz="1500" dirty="0">
                <a:solidFill>
                  <a:srgbClr val="DEE7F3"/>
                </a:solidFill>
                <a:latin typeface="Malgun Gothic"/>
                <a:ea typeface="맑은 고딕"/>
              </a:rPr>
              <a:t> </a:t>
            </a:r>
            <a:r>
              <a:rPr lang="en-US" sz="1500" b="0" dirty="0">
                <a:solidFill>
                  <a:srgbClr val="DEE7F3"/>
                </a:solidFill>
                <a:latin typeface="Malgun Gothic"/>
              </a:rPr>
              <a:t>UI</a:t>
            </a:r>
            <a:r>
              <a:rPr lang="en-US" sz="1500" dirty="0">
                <a:solidFill>
                  <a:srgbClr val="DEE7F3"/>
                </a:solidFill>
                <a:latin typeface="Malgun Gothic"/>
              </a:rPr>
              <a:t> </a:t>
            </a:r>
            <a:r>
              <a:rPr sz="1500" b="0" dirty="0">
                <a:solidFill>
                  <a:srgbClr val="DDE6F1"/>
                </a:solidFill>
                <a:latin typeface="Malgun Gothic"/>
              </a:rPr>
              <a:t>구현</a:t>
            </a:r>
            <a:endParaRPr lang="ko-KR" sz="1500" b="0" dirty="0">
              <a:solidFill>
                <a:srgbClr val="DDE6F1"/>
              </a:solidFill>
              <a:latin typeface="Malgun Gothic"/>
              <a:ea typeface="Malgun Gothi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2514600" cy="1325880"/>
          </a:xfrm>
          <a:prstGeom prst="roundRect">
            <a:avLst/>
          </a:prstGeom>
          <a:solidFill>
            <a:srgbClr val="213452"/>
          </a:solidFill>
          <a:ln w="12700">
            <a:solidFill>
              <a:srgbClr val="374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2148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Data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15968"/>
            <a:ext cx="2103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C6D4E8"/>
                </a:solidFill>
                <a:latin typeface="Malgun Gothic"/>
              </a:rPr>
              <a:t>Excel/CSV 정규화
Merge · Encoding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3703320"/>
            <a:ext cx="2514600" cy="1325880"/>
          </a:xfrm>
          <a:prstGeom prst="roundRect">
            <a:avLst/>
          </a:prstGeom>
          <a:solidFill>
            <a:srgbClr val="213452"/>
          </a:solidFill>
          <a:ln w="12700">
            <a:solidFill>
              <a:srgbClr val="374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3931920"/>
            <a:ext cx="2148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315968"/>
            <a:ext cx="2103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C6D4E8"/>
                </a:solidFill>
                <a:latin typeface="Malgun Gothic"/>
              </a:rPr>
              <a:t>Lag Feature
Temporal Holdout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3703320"/>
            <a:ext cx="2514600" cy="1325880"/>
          </a:xfrm>
          <a:prstGeom prst="roundRect">
            <a:avLst/>
          </a:prstGeom>
          <a:solidFill>
            <a:srgbClr val="213452"/>
          </a:solidFill>
          <a:ln w="12700">
            <a:solidFill>
              <a:srgbClr val="374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931920"/>
            <a:ext cx="2148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315968"/>
            <a:ext cx="2103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C6D4E8"/>
                </a:solidFill>
                <a:latin typeface="Malgun Gothic"/>
              </a:rPr>
              <a:t>Global + Local SHAP
의사결정 근거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3703320"/>
            <a:ext cx="2514600" cy="1325880"/>
          </a:xfrm>
          <a:prstGeom prst="roundRect">
            <a:avLst/>
          </a:prstGeom>
          <a:solidFill>
            <a:srgbClr val="213452"/>
          </a:solidFill>
          <a:ln w="12700">
            <a:solidFill>
              <a:srgbClr val="374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59" y="3931920"/>
            <a:ext cx="2148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4315968"/>
            <a:ext cx="2103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C6D4E8"/>
                </a:solidFill>
                <a:latin typeface="Malgun Gothic"/>
              </a:rPr>
              <a:t>General / Professional
Streamlit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72200"/>
            <a:ext cx="5212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AAB9CF"/>
                </a:solidFill>
                <a:latin typeface="Malgun Gothic"/>
              </a:rPr>
              <a:t>Japan Inbound Accommodation Demand Forecast · 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1716</Words>
  <Application>Microsoft Office PowerPoint</Application>
  <PresentationFormat>와이드스크린</PresentationFormat>
  <Paragraphs>292</Paragraphs>
  <Slides>18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504-25</dc:creator>
  <cp:keywords/>
  <dc:description>generated using python-pptx</dc:description>
  <cp:lastModifiedBy>504-25</cp:lastModifiedBy>
  <cp:revision>228</cp:revision>
  <dcterms:created xsi:type="dcterms:W3CDTF">2013-01-27T09:14:16Z</dcterms:created>
  <dcterms:modified xsi:type="dcterms:W3CDTF">2026-09-13T02:20:10Z</dcterms:modified>
  <cp:category/>
</cp:coreProperties>
</file>